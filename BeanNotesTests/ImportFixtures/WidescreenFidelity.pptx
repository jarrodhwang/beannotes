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xture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First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First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Middle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Middle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 rot="0">
            <a:off x="487679" y="205740"/>
            <a:ext cx="112166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3000">
                <a:solidFill>
                  <a:srgbClr val="111111"/>
                </a:solidFill>
                <a:latin typeface="Arial"/>
              </a:rPr>
              <a:t>Final fidelity marker</a:t>
            </a:r>
            <a:endParaRPr lang="en-US"/>
          </a:p>
        </p:txBody>
      </p:sp>
      <p:sp>
        <p:nvSpPr>
          <p:cNvPr id="3" name="Shape 3"/>
          <p:cNvSpPr txBox="1"/>
          <p:nvPr/>
        </p:nvSpPr>
        <p:spPr>
          <a:xfrm rot="0">
            <a:off x="731519" y="1920240"/>
            <a:ext cx="5242559" cy="22631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000">
                <a:solidFill>
                  <a:srgbClr val="111111"/>
                </a:solidFill>
                <a:latin typeface="Arial"/>
              </a:rPr>
              <a:t>Text stays on the left. All these words must remain visible.</a:t>
            </a:r>
            <a:endParaRPr lang="en-US"/>
          </a:p>
        </p:txBody>
      </p:sp>
      <p:pic>
        <p:nvPicPr>
          <p:cNvPr id="8" name="Embedded tes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6705599" y="1920240"/>
            <a:ext cx="4632959" cy="24003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 rot="0">
            <a:off x="0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5" name="Shape 5"/>
          <p:cNvSpPr txBox="1"/>
          <p:nvPr/>
        </p:nvSpPr>
        <p:spPr>
          <a:xfrm rot="0">
            <a:off x="11887199" y="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6" name="Shape 6"/>
          <p:cNvSpPr txBox="1"/>
          <p:nvPr/>
        </p:nvSpPr>
        <p:spPr>
          <a:xfrm rot="0">
            <a:off x="0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7" name="Shape 7"/>
          <p:cNvSpPr txBox="1"/>
          <p:nvPr/>
        </p:nvSpPr>
        <p:spPr>
          <a:xfrm rot="0">
            <a:off x="11887199" y="6686550"/>
            <a:ext cx="304799" cy="17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400">
                <a:solidFill>
                  <a:srgbClr val="111111"/>
                </a:solidFill>
                <a:latin typeface="Arial"/>
              </a:rPr>
              <a:t/>
            </a:r>
            <a:endParaRPr lang="en-US"/>
          </a:p>
        </p:txBody>
      </p:sp>
      <p:sp>
        <p:nvSpPr>
          <p:cNvPr id="9" name="Shape 9"/>
          <p:cNvSpPr txBox="1"/>
          <p:nvPr/>
        </p:nvSpPr>
        <p:spPr>
          <a:xfrm rot="0">
            <a:off x="487679" y="5623560"/>
            <a:ext cx="11216639" cy="82296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>
                <a:solidFill>
                  <a:srgbClr val="111111"/>
                </a:solidFill>
                <a:latin typeface="Arial"/>
              </a:rPr>
              <a:t>Final bottom edge marker</a:t>
            </a:r>
            <a:endParaRPr lang="en-US"/>
          </a:p>
        </p:txBody>
      </p:sp>
      <p:sp>
        <p:nvSpPr>
          <p:cNvPr id="10" name="Shape 10"/>
          <p:cNvSpPr txBox="1"/>
          <p:nvPr/>
        </p:nvSpPr>
        <p:spPr>
          <a:xfrm rot="900000">
            <a:off x="3657599" y="4594860"/>
            <a:ext cx="487679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>
                <a:solidFill>
                  <a:srgbClr val="111111"/>
                </a:solidFill>
                <a:latin typeface="Arial"/>
              </a:rPr>
              <a:t>Rotated label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