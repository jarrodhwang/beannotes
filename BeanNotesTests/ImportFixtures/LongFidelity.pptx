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999" cy="6858000" type="custom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fixture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fixture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fixture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fixture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fixture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fixture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fixture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fixture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fixture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fixture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fixture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fixture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fixture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fixture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fixture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fixture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fixture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fixture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fixture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fixture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fixture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fixture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fixture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fixture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2"/>
          <p:cNvSpPr txBox="1"/>
          <p:nvPr/>
        </p:nvSpPr>
        <p:spPr>
          <a:xfrm rot="0">
            <a:off x="487679" y="205740"/>
            <a:ext cx="11216639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3000">
                <a:solidFill>
                  <a:srgbClr val="111111"/>
                </a:solidFill>
                <a:latin typeface="Arial"/>
              </a:rPr>
              <a:t>Slide 01 fidelity marker</a:t>
            </a:r>
            <a:endParaRPr lang="en-US"/>
          </a:p>
        </p:txBody>
      </p:sp>
      <p:sp>
        <p:nvSpPr>
          <p:cNvPr id="3" name="Shape 3"/>
          <p:cNvSpPr txBox="1"/>
          <p:nvPr/>
        </p:nvSpPr>
        <p:spPr>
          <a:xfrm rot="0">
            <a:off x="731519" y="1920240"/>
            <a:ext cx="5242559" cy="22631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000">
                <a:solidFill>
                  <a:srgbClr val="111111"/>
                </a:solidFill>
                <a:latin typeface="Arial"/>
              </a:rPr>
              <a:t>Text stays on the left. All these words must remain visible.</a:t>
            </a:r>
            <a:endParaRPr lang="en-US"/>
          </a:p>
        </p:txBody>
      </p:sp>
      <p:pic>
        <p:nvPicPr>
          <p:cNvPr id="8" name="Embedded test image"/>
          <p:cNvPicPr/>
          <p:nvPr/>
        </p:nvPicPr>
        <p:blipFill>
          <a:blip r:embed="rId2"/>
          <a:stretch>
            <a:fillRect/>
          </a:stretch>
        </p:blipFill>
        <p:spPr>
          <a:xfrm>
            <a:off x="6705599" y="1920240"/>
            <a:ext cx="4632959" cy="24003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 rot="0">
            <a:off x="0" y="0"/>
            <a:ext cx="304799" cy="17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5" name="Shape 5"/>
          <p:cNvSpPr txBox="1"/>
          <p:nvPr/>
        </p:nvSpPr>
        <p:spPr>
          <a:xfrm rot="0">
            <a:off x="11887199" y="0"/>
            <a:ext cx="304799" cy="17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6" name="Shape 6"/>
          <p:cNvSpPr txBox="1"/>
          <p:nvPr/>
        </p:nvSpPr>
        <p:spPr>
          <a:xfrm rot="0">
            <a:off x="0" y="6686550"/>
            <a:ext cx="304799" cy="17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7" name="Shape 7"/>
          <p:cNvSpPr txBox="1"/>
          <p:nvPr/>
        </p:nvSpPr>
        <p:spPr>
          <a:xfrm rot="0">
            <a:off x="11887199" y="6686550"/>
            <a:ext cx="304799" cy="17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9" name="Shape 9"/>
          <p:cNvSpPr txBox="1"/>
          <p:nvPr/>
        </p:nvSpPr>
        <p:spPr>
          <a:xfrm rot="0">
            <a:off x="487679" y="5623560"/>
            <a:ext cx="11216639" cy="822960"/>
          </a:xfrm>
          <a:prstGeom prst="rect">
            <a:avLst/>
          </a:prstGeom>
          <a:solidFill>
            <a:srgbClr val="FFE08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1800">
                <a:solidFill>
                  <a:srgbClr val="111111"/>
                </a:solidFill>
                <a:latin typeface="Arial"/>
              </a:rPr>
              <a:t>Slide 01 bottom edge marker</a:t>
            </a:r>
            <a:endParaRPr lang="en-US"/>
          </a:p>
        </p:txBody>
      </p:sp>
      <p:sp>
        <p:nvSpPr>
          <p:cNvPr id="10" name="Shape 10"/>
          <p:cNvSpPr txBox="1"/>
          <p:nvPr/>
        </p:nvSpPr>
        <p:spPr>
          <a:xfrm rot="900000">
            <a:off x="3657599" y="4594860"/>
            <a:ext cx="4876799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1500">
                <a:solidFill>
                  <a:srgbClr val="111111"/>
                </a:solidFill>
                <a:latin typeface="Arial"/>
              </a:rPr>
              <a:t>Rotated label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2"/>
          <p:cNvSpPr txBox="1"/>
          <p:nvPr/>
        </p:nvSpPr>
        <p:spPr>
          <a:xfrm rot="0">
            <a:off x="487679" y="205740"/>
            <a:ext cx="11216639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3000">
                <a:solidFill>
                  <a:srgbClr val="111111"/>
                </a:solidFill>
                <a:latin typeface="Arial"/>
              </a:rPr>
              <a:t>Slide 02 fidelity marker</a:t>
            </a:r>
            <a:endParaRPr lang="en-US"/>
          </a:p>
        </p:txBody>
      </p:sp>
      <p:sp>
        <p:nvSpPr>
          <p:cNvPr id="3" name="Shape 3"/>
          <p:cNvSpPr txBox="1"/>
          <p:nvPr/>
        </p:nvSpPr>
        <p:spPr>
          <a:xfrm rot="0">
            <a:off x="731519" y="1920240"/>
            <a:ext cx="5242559" cy="22631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000">
                <a:solidFill>
                  <a:srgbClr val="111111"/>
                </a:solidFill>
                <a:latin typeface="Arial"/>
              </a:rPr>
              <a:t>Text stays on the left. All these words must remain visible.</a:t>
            </a:r>
            <a:endParaRPr lang="en-US"/>
          </a:p>
        </p:txBody>
      </p:sp>
      <p:pic>
        <p:nvPicPr>
          <p:cNvPr id="8" name="Embedded test image"/>
          <p:cNvPicPr/>
          <p:nvPr/>
        </p:nvPicPr>
        <p:blipFill>
          <a:blip r:embed="rId2"/>
          <a:stretch>
            <a:fillRect/>
          </a:stretch>
        </p:blipFill>
        <p:spPr>
          <a:xfrm>
            <a:off x="6705599" y="1920240"/>
            <a:ext cx="4632959" cy="24003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 rot="0">
            <a:off x="0" y="0"/>
            <a:ext cx="304799" cy="17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5" name="Shape 5"/>
          <p:cNvSpPr txBox="1"/>
          <p:nvPr/>
        </p:nvSpPr>
        <p:spPr>
          <a:xfrm rot="0">
            <a:off x="11887199" y="0"/>
            <a:ext cx="304799" cy="17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6" name="Shape 6"/>
          <p:cNvSpPr txBox="1"/>
          <p:nvPr/>
        </p:nvSpPr>
        <p:spPr>
          <a:xfrm rot="0">
            <a:off x="0" y="6686550"/>
            <a:ext cx="304799" cy="17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7" name="Shape 7"/>
          <p:cNvSpPr txBox="1"/>
          <p:nvPr/>
        </p:nvSpPr>
        <p:spPr>
          <a:xfrm rot="0">
            <a:off x="11887199" y="6686550"/>
            <a:ext cx="304799" cy="17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9" name="Shape 9"/>
          <p:cNvSpPr txBox="1"/>
          <p:nvPr/>
        </p:nvSpPr>
        <p:spPr>
          <a:xfrm rot="0">
            <a:off x="487679" y="5623560"/>
            <a:ext cx="11216639" cy="822960"/>
          </a:xfrm>
          <a:prstGeom prst="rect">
            <a:avLst/>
          </a:prstGeom>
          <a:solidFill>
            <a:srgbClr val="FFE08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1800">
                <a:solidFill>
                  <a:srgbClr val="111111"/>
                </a:solidFill>
                <a:latin typeface="Arial"/>
              </a:rPr>
              <a:t>Slide 02 bottom edge marker</a:t>
            </a:r>
            <a:endParaRPr lang="en-US"/>
          </a:p>
        </p:txBody>
      </p:sp>
      <p:sp>
        <p:nvSpPr>
          <p:cNvPr id="10" name="Shape 10"/>
          <p:cNvSpPr txBox="1"/>
          <p:nvPr/>
        </p:nvSpPr>
        <p:spPr>
          <a:xfrm rot="900000">
            <a:off x="3657599" y="4594860"/>
            <a:ext cx="4876799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1500">
                <a:solidFill>
                  <a:srgbClr val="111111"/>
                </a:solidFill>
                <a:latin typeface="Arial"/>
              </a:rPr>
              <a:t>Rotated label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2"/>
          <p:cNvSpPr txBox="1"/>
          <p:nvPr/>
        </p:nvSpPr>
        <p:spPr>
          <a:xfrm rot="0">
            <a:off x="487679" y="205740"/>
            <a:ext cx="11216639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3000">
                <a:solidFill>
                  <a:srgbClr val="111111"/>
                </a:solidFill>
                <a:latin typeface="Arial"/>
              </a:rPr>
              <a:t>Slide 03 fidelity marker</a:t>
            </a:r>
            <a:endParaRPr lang="en-US"/>
          </a:p>
        </p:txBody>
      </p:sp>
      <p:sp>
        <p:nvSpPr>
          <p:cNvPr id="3" name="Shape 3"/>
          <p:cNvSpPr txBox="1"/>
          <p:nvPr/>
        </p:nvSpPr>
        <p:spPr>
          <a:xfrm rot="0">
            <a:off x="731519" y="1920240"/>
            <a:ext cx="5242559" cy="22631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000">
                <a:solidFill>
                  <a:srgbClr val="111111"/>
                </a:solidFill>
                <a:latin typeface="Arial"/>
              </a:rPr>
              <a:t>Text stays on the left. All these words must remain visible.</a:t>
            </a:r>
            <a:endParaRPr lang="en-US"/>
          </a:p>
        </p:txBody>
      </p:sp>
      <p:pic>
        <p:nvPicPr>
          <p:cNvPr id="8" name="Embedded test image"/>
          <p:cNvPicPr/>
          <p:nvPr/>
        </p:nvPicPr>
        <p:blipFill>
          <a:blip r:embed="rId2"/>
          <a:stretch>
            <a:fillRect/>
          </a:stretch>
        </p:blipFill>
        <p:spPr>
          <a:xfrm>
            <a:off x="6705599" y="1920240"/>
            <a:ext cx="4632959" cy="24003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 rot="0">
            <a:off x="0" y="0"/>
            <a:ext cx="304799" cy="17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5" name="Shape 5"/>
          <p:cNvSpPr txBox="1"/>
          <p:nvPr/>
        </p:nvSpPr>
        <p:spPr>
          <a:xfrm rot="0">
            <a:off x="11887199" y="0"/>
            <a:ext cx="304799" cy="17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6" name="Shape 6"/>
          <p:cNvSpPr txBox="1"/>
          <p:nvPr/>
        </p:nvSpPr>
        <p:spPr>
          <a:xfrm rot="0">
            <a:off x="0" y="6686550"/>
            <a:ext cx="304799" cy="17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7" name="Shape 7"/>
          <p:cNvSpPr txBox="1"/>
          <p:nvPr/>
        </p:nvSpPr>
        <p:spPr>
          <a:xfrm rot="0">
            <a:off x="11887199" y="6686550"/>
            <a:ext cx="304799" cy="17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9" name="Shape 9"/>
          <p:cNvSpPr txBox="1"/>
          <p:nvPr/>
        </p:nvSpPr>
        <p:spPr>
          <a:xfrm rot="0">
            <a:off x="487679" y="5623560"/>
            <a:ext cx="11216639" cy="822960"/>
          </a:xfrm>
          <a:prstGeom prst="rect">
            <a:avLst/>
          </a:prstGeom>
          <a:solidFill>
            <a:srgbClr val="FFE08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1800">
                <a:solidFill>
                  <a:srgbClr val="111111"/>
                </a:solidFill>
                <a:latin typeface="Arial"/>
              </a:rPr>
              <a:t>Slide 03 bottom edge marker</a:t>
            </a:r>
            <a:endParaRPr lang="en-US"/>
          </a:p>
        </p:txBody>
      </p:sp>
      <p:sp>
        <p:nvSpPr>
          <p:cNvPr id="10" name="Shape 10"/>
          <p:cNvSpPr txBox="1"/>
          <p:nvPr/>
        </p:nvSpPr>
        <p:spPr>
          <a:xfrm rot="900000">
            <a:off x="3657599" y="4594860"/>
            <a:ext cx="4876799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1500">
                <a:solidFill>
                  <a:srgbClr val="111111"/>
                </a:solidFill>
                <a:latin typeface="Arial"/>
              </a:rPr>
              <a:t>Rotated label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2"/>
          <p:cNvSpPr txBox="1"/>
          <p:nvPr/>
        </p:nvSpPr>
        <p:spPr>
          <a:xfrm rot="0">
            <a:off x="487679" y="205740"/>
            <a:ext cx="11216639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3000">
                <a:solidFill>
                  <a:srgbClr val="111111"/>
                </a:solidFill>
                <a:latin typeface="Arial"/>
              </a:rPr>
              <a:t>Slide 04 fidelity marker</a:t>
            </a:r>
            <a:endParaRPr lang="en-US"/>
          </a:p>
        </p:txBody>
      </p:sp>
      <p:sp>
        <p:nvSpPr>
          <p:cNvPr id="3" name="Shape 3"/>
          <p:cNvSpPr txBox="1"/>
          <p:nvPr/>
        </p:nvSpPr>
        <p:spPr>
          <a:xfrm rot="0">
            <a:off x="731519" y="1920240"/>
            <a:ext cx="5242559" cy="22631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000">
                <a:solidFill>
                  <a:srgbClr val="111111"/>
                </a:solidFill>
                <a:latin typeface="Arial"/>
              </a:rPr>
              <a:t>Text stays on the left. All these words must remain visible.</a:t>
            </a:r>
            <a:endParaRPr lang="en-US"/>
          </a:p>
        </p:txBody>
      </p:sp>
      <p:pic>
        <p:nvPicPr>
          <p:cNvPr id="8" name="Embedded test image"/>
          <p:cNvPicPr/>
          <p:nvPr/>
        </p:nvPicPr>
        <p:blipFill>
          <a:blip r:embed="rId2"/>
          <a:stretch>
            <a:fillRect/>
          </a:stretch>
        </p:blipFill>
        <p:spPr>
          <a:xfrm>
            <a:off x="6705599" y="1920240"/>
            <a:ext cx="4632959" cy="24003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 rot="0">
            <a:off x="0" y="0"/>
            <a:ext cx="304799" cy="17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5" name="Shape 5"/>
          <p:cNvSpPr txBox="1"/>
          <p:nvPr/>
        </p:nvSpPr>
        <p:spPr>
          <a:xfrm rot="0">
            <a:off x="11887199" y="0"/>
            <a:ext cx="304799" cy="17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6" name="Shape 6"/>
          <p:cNvSpPr txBox="1"/>
          <p:nvPr/>
        </p:nvSpPr>
        <p:spPr>
          <a:xfrm rot="0">
            <a:off x="0" y="6686550"/>
            <a:ext cx="304799" cy="17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7" name="Shape 7"/>
          <p:cNvSpPr txBox="1"/>
          <p:nvPr/>
        </p:nvSpPr>
        <p:spPr>
          <a:xfrm rot="0">
            <a:off x="11887199" y="6686550"/>
            <a:ext cx="304799" cy="17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9" name="Shape 9"/>
          <p:cNvSpPr txBox="1"/>
          <p:nvPr/>
        </p:nvSpPr>
        <p:spPr>
          <a:xfrm rot="0">
            <a:off x="487679" y="5623560"/>
            <a:ext cx="11216639" cy="822960"/>
          </a:xfrm>
          <a:prstGeom prst="rect">
            <a:avLst/>
          </a:prstGeom>
          <a:solidFill>
            <a:srgbClr val="FFE08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1800">
                <a:solidFill>
                  <a:srgbClr val="111111"/>
                </a:solidFill>
                <a:latin typeface="Arial"/>
              </a:rPr>
              <a:t>Slide 04 bottom edge marker</a:t>
            </a:r>
            <a:endParaRPr lang="en-US"/>
          </a:p>
        </p:txBody>
      </p:sp>
      <p:sp>
        <p:nvSpPr>
          <p:cNvPr id="10" name="Shape 10"/>
          <p:cNvSpPr txBox="1"/>
          <p:nvPr/>
        </p:nvSpPr>
        <p:spPr>
          <a:xfrm rot="900000">
            <a:off x="3657599" y="4594860"/>
            <a:ext cx="4876799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1500">
                <a:solidFill>
                  <a:srgbClr val="111111"/>
                </a:solidFill>
                <a:latin typeface="Arial"/>
              </a:rPr>
              <a:t>Rotated label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2"/>
          <p:cNvSpPr txBox="1"/>
          <p:nvPr/>
        </p:nvSpPr>
        <p:spPr>
          <a:xfrm rot="0">
            <a:off x="487679" y="205740"/>
            <a:ext cx="11216639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3000">
                <a:solidFill>
                  <a:srgbClr val="111111"/>
                </a:solidFill>
                <a:latin typeface="Arial"/>
              </a:rPr>
              <a:t>Slide 05 fidelity marker</a:t>
            </a:r>
            <a:endParaRPr lang="en-US"/>
          </a:p>
        </p:txBody>
      </p:sp>
      <p:sp>
        <p:nvSpPr>
          <p:cNvPr id="3" name="Shape 3"/>
          <p:cNvSpPr txBox="1"/>
          <p:nvPr/>
        </p:nvSpPr>
        <p:spPr>
          <a:xfrm rot="0">
            <a:off x="731519" y="1920240"/>
            <a:ext cx="5242559" cy="22631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000">
                <a:solidFill>
                  <a:srgbClr val="111111"/>
                </a:solidFill>
                <a:latin typeface="Arial"/>
              </a:rPr>
              <a:t>Text stays on the left. All these words must remain visible.</a:t>
            </a:r>
            <a:endParaRPr lang="en-US"/>
          </a:p>
        </p:txBody>
      </p:sp>
      <p:pic>
        <p:nvPicPr>
          <p:cNvPr id="8" name="Embedded test image"/>
          <p:cNvPicPr/>
          <p:nvPr/>
        </p:nvPicPr>
        <p:blipFill>
          <a:blip r:embed="rId2"/>
          <a:stretch>
            <a:fillRect/>
          </a:stretch>
        </p:blipFill>
        <p:spPr>
          <a:xfrm>
            <a:off x="6705599" y="1920240"/>
            <a:ext cx="4632959" cy="24003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 rot="0">
            <a:off x="0" y="0"/>
            <a:ext cx="304799" cy="17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5" name="Shape 5"/>
          <p:cNvSpPr txBox="1"/>
          <p:nvPr/>
        </p:nvSpPr>
        <p:spPr>
          <a:xfrm rot="0">
            <a:off x="11887199" y="0"/>
            <a:ext cx="304799" cy="17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6" name="Shape 6"/>
          <p:cNvSpPr txBox="1"/>
          <p:nvPr/>
        </p:nvSpPr>
        <p:spPr>
          <a:xfrm rot="0">
            <a:off x="0" y="6686550"/>
            <a:ext cx="304799" cy="17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7" name="Shape 7"/>
          <p:cNvSpPr txBox="1"/>
          <p:nvPr/>
        </p:nvSpPr>
        <p:spPr>
          <a:xfrm rot="0">
            <a:off x="11887199" y="6686550"/>
            <a:ext cx="304799" cy="17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9" name="Shape 9"/>
          <p:cNvSpPr txBox="1"/>
          <p:nvPr/>
        </p:nvSpPr>
        <p:spPr>
          <a:xfrm rot="0">
            <a:off x="487679" y="5623560"/>
            <a:ext cx="11216639" cy="822960"/>
          </a:xfrm>
          <a:prstGeom prst="rect">
            <a:avLst/>
          </a:prstGeom>
          <a:solidFill>
            <a:srgbClr val="FFE08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1800">
                <a:solidFill>
                  <a:srgbClr val="111111"/>
                </a:solidFill>
                <a:latin typeface="Arial"/>
              </a:rPr>
              <a:t>Slide 05 bottom edge marker</a:t>
            </a:r>
            <a:endParaRPr lang="en-US"/>
          </a:p>
        </p:txBody>
      </p:sp>
      <p:sp>
        <p:nvSpPr>
          <p:cNvPr id="10" name="Shape 10"/>
          <p:cNvSpPr txBox="1"/>
          <p:nvPr/>
        </p:nvSpPr>
        <p:spPr>
          <a:xfrm rot="900000">
            <a:off x="3657599" y="4594860"/>
            <a:ext cx="4876799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1500">
                <a:solidFill>
                  <a:srgbClr val="111111"/>
                </a:solidFill>
                <a:latin typeface="Arial"/>
              </a:rPr>
              <a:t>Rotated label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2"/>
          <p:cNvSpPr txBox="1"/>
          <p:nvPr/>
        </p:nvSpPr>
        <p:spPr>
          <a:xfrm rot="0">
            <a:off x="487679" y="205740"/>
            <a:ext cx="11216639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3000">
                <a:solidFill>
                  <a:srgbClr val="111111"/>
                </a:solidFill>
                <a:latin typeface="Arial"/>
              </a:rPr>
              <a:t>Slide 06 fidelity marker</a:t>
            </a:r>
            <a:endParaRPr lang="en-US"/>
          </a:p>
        </p:txBody>
      </p:sp>
      <p:sp>
        <p:nvSpPr>
          <p:cNvPr id="3" name="Shape 3"/>
          <p:cNvSpPr txBox="1"/>
          <p:nvPr/>
        </p:nvSpPr>
        <p:spPr>
          <a:xfrm rot="0">
            <a:off x="731519" y="1920240"/>
            <a:ext cx="5242559" cy="22631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000">
                <a:solidFill>
                  <a:srgbClr val="111111"/>
                </a:solidFill>
                <a:latin typeface="Arial"/>
              </a:rPr>
              <a:t>Text stays on the left. All these words must remain visible.</a:t>
            </a:r>
            <a:endParaRPr lang="en-US"/>
          </a:p>
        </p:txBody>
      </p:sp>
      <p:pic>
        <p:nvPicPr>
          <p:cNvPr id="8" name="Embedded test image"/>
          <p:cNvPicPr/>
          <p:nvPr/>
        </p:nvPicPr>
        <p:blipFill>
          <a:blip r:embed="rId2"/>
          <a:stretch>
            <a:fillRect/>
          </a:stretch>
        </p:blipFill>
        <p:spPr>
          <a:xfrm>
            <a:off x="6705599" y="1920240"/>
            <a:ext cx="4632959" cy="24003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 rot="0">
            <a:off x="0" y="0"/>
            <a:ext cx="304799" cy="17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5" name="Shape 5"/>
          <p:cNvSpPr txBox="1"/>
          <p:nvPr/>
        </p:nvSpPr>
        <p:spPr>
          <a:xfrm rot="0">
            <a:off x="11887199" y="0"/>
            <a:ext cx="304799" cy="17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6" name="Shape 6"/>
          <p:cNvSpPr txBox="1"/>
          <p:nvPr/>
        </p:nvSpPr>
        <p:spPr>
          <a:xfrm rot="0">
            <a:off x="0" y="6686550"/>
            <a:ext cx="304799" cy="17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7" name="Shape 7"/>
          <p:cNvSpPr txBox="1"/>
          <p:nvPr/>
        </p:nvSpPr>
        <p:spPr>
          <a:xfrm rot="0">
            <a:off x="11887199" y="6686550"/>
            <a:ext cx="304799" cy="17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9" name="Shape 9"/>
          <p:cNvSpPr txBox="1"/>
          <p:nvPr/>
        </p:nvSpPr>
        <p:spPr>
          <a:xfrm rot="0">
            <a:off x="487679" y="5623560"/>
            <a:ext cx="11216639" cy="822960"/>
          </a:xfrm>
          <a:prstGeom prst="rect">
            <a:avLst/>
          </a:prstGeom>
          <a:solidFill>
            <a:srgbClr val="FFE08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1800">
                <a:solidFill>
                  <a:srgbClr val="111111"/>
                </a:solidFill>
                <a:latin typeface="Arial"/>
              </a:rPr>
              <a:t>Slide 06 bottom edge marker</a:t>
            </a:r>
            <a:endParaRPr lang="en-US"/>
          </a:p>
        </p:txBody>
      </p:sp>
      <p:sp>
        <p:nvSpPr>
          <p:cNvPr id="10" name="Shape 10"/>
          <p:cNvSpPr txBox="1"/>
          <p:nvPr/>
        </p:nvSpPr>
        <p:spPr>
          <a:xfrm rot="900000">
            <a:off x="3657599" y="4594860"/>
            <a:ext cx="4876799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1500">
                <a:solidFill>
                  <a:srgbClr val="111111"/>
                </a:solidFill>
                <a:latin typeface="Arial"/>
              </a:rPr>
              <a:t>Rotated label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2"/>
          <p:cNvSpPr txBox="1"/>
          <p:nvPr/>
        </p:nvSpPr>
        <p:spPr>
          <a:xfrm rot="0">
            <a:off x="487679" y="205740"/>
            <a:ext cx="11216639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3000">
                <a:solidFill>
                  <a:srgbClr val="111111"/>
                </a:solidFill>
                <a:latin typeface="Arial"/>
              </a:rPr>
              <a:t>Slide 07 fidelity marker</a:t>
            </a:r>
            <a:endParaRPr lang="en-US"/>
          </a:p>
        </p:txBody>
      </p:sp>
      <p:sp>
        <p:nvSpPr>
          <p:cNvPr id="3" name="Shape 3"/>
          <p:cNvSpPr txBox="1"/>
          <p:nvPr/>
        </p:nvSpPr>
        <p:spPr>
          <a:xfrm rot="0">
            <a:off x="731519" y="1920240"/>
            <a:ext cx="5242559" cy="22631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000">
                <a:solidFill>
                  <a:srgbClr val="111111"/>
                </a:solidFill>
                <a:latin typeface="Arial"/>
              </a:rPr>
              <a:t>Text stays on the left. All these words must remain visible.</a:t>
            </a:r>
            <a:endParaRPr lang="en-US"/>
          </a:p>
        </p:txBody>
      </p:sp>
      <p:pic>
        <p:nvPicPr>
          <p:cNvPr id="8" name="Embedded test image"/>
          <p:cNvPicPr/>
          <p:nvPr/>
        </p:nvPicPr>
        <p:blipFill>
          <a:blip r:embed="rId2"/>
          <a:stretch>
            <a:fillRect/>
          </a:stretch>
        </p:blipFill>
        <p:spPr>
          <a:xfrm>
            <a:off x="6705599" y="1920240"/>
            <a:ext cx="4632959" cy="24003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 rot="0">
            <a:off x="0" y="0"/>
            <a:ext cx="304799" cy="17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5" name="Shape 5"/>
          <p:cNvSpPr txBox="1"/>
          <p:nvPr/>
        </p:nvSpPr>
        <p:spPr>
          <a:xfrm rot="0">
            <a:off x="11887199" y="0"/>
            <a:ext cx="304799" cy="17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6" name="Shape 6"/>
          <p:cNvSpPr txBox="1"/>
          <p:nvPr/>
        </p:nvSpPr>
        <p:spPr>
          <a:xfrm rot="0">
            <a:off x="0" y="6686550"/>
            <a:ext cx="304799" cy="17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7" name="Shape 7"/>
          <p:cNvSpPr txBox="1"/>
          <p:nvPr/>
        </p:nvSpPr>
        <p:spPr>
          <a:xfrm rot="0">
            <a:off x="11887199" y="6686550"/>
            <a:ext cx="304799" cy="17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9" name="Shape 9"/>
          <p:cNvSpPr txBox="1"/>
          <p:nvPr/>
        </p:nvSpPr>
        <p:spPr>
          <a:xfrm rot="0">
            <a:off x="487679" y="5623560"/>
            <a:ext cx="11216639" cy="822960"/>
          </a:xfrm>
          <a:prstGeom prst="rect">
            <a:avLst/>
          </a:prstGeom>
          <a:solidFill>
            <a:srgbClr val="FFE08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1800">
                <a:solidFill>
                  <a:srgbClr val="111111"/>
                </a:solidFill>
                <a:latin typeface="Arial"/>
              </a:rPr>
              <a:t>Slide 07 bottom edge marker</a:t>
            </a:r>
            <a:endParaRPr lang="en-US"/>
          </a:p>
        </p:txBody>
      </p:sp>
      <p:sp>
        <p:nvSpPr>
          <p:cNvPr id="10" name="Shape 10"/>
          <p:cNvSpPr txBox="1"/>
          <p:nvPr/>
        </p:nvSpPr>
        <p:spPr>
          <a:xfrm rot="900000">
            <a:off x="3657599" y="4594860"/>
            <a:ext cx="4876799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1500">
                <a:solidFill>
                  <a:srgbClr val="111111"/>
                </a:solidFill>
                <a:latin typeface="Arial"/>
              </a:rPr>
              <a:t>Rotated label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2"/>
          <p:cNvSpPr txBox="1"/>
          <p:nvPr/>
        </p:nvSpPr>
        <p:spPr>
          <a:xfrm rot="0">
            <a:off x="487679" y="205740"/>
            <a:ext cx="11216639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3000">
                <a:solidFill>
                  <a:srgbClr val="111111"/>
                </a:solidFill>
                <a:latin typeface="Arial"/>
              </a:rPr>
              <a:t>Slide 08 fidelity marker</a:t>
            </a:r>
            <a:endParaRPr lang="en-US"/>
          </a:p>
        </p:txBody>
      </p:sp>
      <p:sp>
        <p:nvSpPr>
          <p:cNvPr id="3" name="Shape 3"/>
          <p:cNvSpPr txBox="1"/>
          <p:nvPr/>
        </p:nvSpPr>
        <p:spPr>
          <a:xfrm rot="0">
            <a:off x="731519" y="1920240"/>
            <a:ext cx="5242559" cy="22631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000">
                <a:solidFill>
                  <a:srgbClr val="111111"/>
                </a:solidFill>
                <a:latin typeface="Arial"/>
              </a:rPr>
              <a:t>Text stays on the left. All these words must remain visible.</a:t>
            </a:r>
            <a:endParaRPr lang="en-US"/>
          </a:p>
        </p:txBody>
      </p:sp>
      <p:pic>
        <p:nvPicPr>
          <p:cNvPr id="8" name="Embedded test image"/>
          <p:cNvPicPr/>
          <p:nvPr/>
        </p:nvPicPr>
        <p:blipFill>
          <a:blip r:embed="rId2"/>
          <a:stretch>
            <a:fillRect/>
          </a:stretch>
        </p:blipFill>
        <p:spPr>
          <a:xfrm>
            <a:off x="6705599" y="1920240"/>
            <a:ext cx="4632959" cy="24003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 rot="0">
            <a:off x="0" y="0"/>
            <a:ext cx="304799" cy="17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5" name="Shape 5"/>
          <p:cNvSpPr txBox="1"/>
          <p:nvPr/>
        </p:nvSpPr>
        <p:spPr>
          <a:xfrm rot="0">
            <a:off x="11887199" y="0"/>
            <a:ext cx="304799" cy="17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6" name="Shape 6"/>
          <p:cNvSpPr txBox="1"/>
          <p:nvPr/>
        </p:nvSpPr>
        <p:spPr>
          <a:xfrm rot="0">
            <a:off x="0" y="6686550"/>
            <a:ext cx="304799" cy="17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7" name="Shape 7"/>
          <p:cNvSpPr txBox="1"/>
          <p:nvPr/>
        </p:nvSpPr>
        <p:spPr>
          <a:xfrm rot="0">
            <a:off x="11887199" y="6686550"/>
            <a:ext cx="304799" cy="17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9" name="Shape 9"/>
          <p:cNvSpPr txBox="1"/>
          <p:nvPr/>
        </p:nvSpPr>
        <p:spPr>
          <a:xfrm rot="0">
            <a:off x="487679" y="5623560"/>
            <a:ext cx="11216639" cy="822960"/>
          </a:xfrm>
          <a:prstGeom prst="rect">
            <a:avLst/>
          </a:prstGeom>
          <a:solidFill>
            <a:srgbClr val="FFE08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1800">
                <a:solidFill>
                  <a:srgbClr val="111111"/>
                </a:solidFill>
                <a:latin typeface="Arial"/>
              </a:rPr>
              <a:t>Slide 08 bottom edge marker</a:t>
            </a:r>
            <a:endParaRPr lang="en-US"/>
          </a:p>
        </p:txBody>
      </p:sp>
      <p:sp>
        <p:nvSpPr>
          <p:cNvPr id="10" name="Shape 10"/>
          <p:cNvSpPr txBox="1"/>
          <p:nvPr/>
        </p:nvSpPr>
        <p:spPr>
          <a:xfrm rot="900000">
            <a:off x="3657599" y="4594860"/>
            <a:ext cx="4876799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1500">
                <a:solidFill>
                  <a:srgbClr val="111111"/>
                </a:solidFill>
                <a:latin typeface="Arial"/>
              </a:rPr>
              <a:t>Rotated label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2"/>
          <p:cNvSpPr txBox="1"/>
          <p:nvPr/>
        </p:nvSpPr>
        <p:spPr>
          <a:xfrm rot="0">
            <a:off x="487679" y="205740"/>
            <a:ext cx="11216639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3000">
                <a:solidFill>
                  <a:srgbClr val="111111"/>
                </a:solidFill>
                <a:latin typeface="Arial"/>
              </a:rPr>
              <a:t>Slide 09 fidelity marker</a:t>
            </a:r>
            <a:endParaRPr lang="en-US"/>
          </a:p>
        </p:txBody>
      </p:sp>
      <p:sp>
        <p:nvSpPr>
          <p:cNvPr id="3" name="Shape 3"/>
          <p:cNvSpPr txBox="1"/>
          <p:nvPr/>
        </p:nvSpPr>
        <p:spPr>
          <a:xfrm rot="0">
            <a:off x="731519" y="1920240"/>
            <a:ext cx="5242559" cy="22631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000">
                <a:solidFill>
                  <a:srgbClr val="111111"/>
                </a:solidFill>
                <a:latin typeface="Arial"/>
              </a:rPr>
              <a:t>Text stays on the left. All these words must remain visible.</a:t>
            </a:r>
            <a:endParaRPr lang="en-US"/>
          </a:p>
        </p:txBody>
      </p:sp>
      <p:pic>
        <p:nvPicPr>
          <p:cNvPr id="8" name="Embedded test image"/>
          <p:cNvPicPr/>
          <p:nvPr/>
        </p:nvPicPr>
        <p:blipFill>
          <a:blip r:embed="rId2"/>
          <a:stretch>
            <a:fillRect/>
          </a:stretch>
        </p:blipFill>
        <p:spPr>
          <a:xfrm>
            <a:off x="6705599" y="1920240"/>
            <a:ext cx="4632959" cy="24003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 rot="0">
            <a:off x="0" y="0"/>
            <a:ext cx="304799" cy="17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5" name="Shape 5"/>
          <p:cNvSpPr txBox="1"/>
          <p:nvPr/>
        </p:nvSpPr>
        <p:spPr>
          <a:xfrm rot="0">
            <a:off x="11887199" y="0"/>
            <a:ext cx="304799" cy="17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6" name="Shape 6"/>
          <p:cNvSpPr txBox="1"/>
          <p:nvPr/>
        </p:nvSpPr>
        <p:spPr>
          <a:xfrm rot="0">
            <a:off x="0" y="6686550"/>
            <a:ext cx="304799" cy="17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7" name="Shape 7"/>
          <p:cNvSpPr txBox="1"/>
          <p:nvPr/>
        </p:nvSpPr>
        <p:spPr>
          <a:xfrm rot="0">
            <a:off x="11887199" y="6686550"/>
            <a:ext cx="304799" cy="17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9" name="Shape 9"/>
          <p:cNvSpPr txBox="1"/>
          <p:nvPr/>
        </p:nvSpPr>
        <p:spPr>
          <a:xfrm rot="0">
            <a:off x="487679" y="5623560"/>
            <a:ext cx="11216639" cy="822960"/>
          </a:xfrm>
          <a:prstGeom prst="rect">
            <a:avLst/>
          </a:prstGeom>
          <a:solidFill>
            <a:srgbClr val="FFE08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1800">
                <a:solidFill>
                  <a:srgbClr val="111111"/>
                </a:solidFill>
                <a:latin typeface="Arial"/>
              </a:rPr>
              <a:t>Slide 09 bottom edge marker</a:t>
            </a:r>
            <a:endParaRPr lang="en-US"/>
          </a:p>
        </p:txBody>
      </p:sp>
      <p:sp>
        <p:nvSpPr>
          <p:cNvPr id="10" name="Shape 10"/>
          <p:cNvSpPr txBox="1"/>
          <p:nvPr/>
        </p:nvSpPr>
        <p:spPr>
          <a:xfrm rot="900000">
            <a:off x="3657599" y="4594860"/>
            <a:ext cx="4876799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1500">
                <a:solidFill>
                  <a:srgbClr val="111111"/>
                </a:solidFill>
                <a:latin typeface="Arial"/>
              </a:rPr>
              <a:t>Rotated label</a:t>
            </a: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2"/>
          <p:cNvSpPr txBox="1"/>
          <p:nvPr/>
        </p:nvSpPr>
        <p:spPr>
          <a:xfrm rot="0">
            <a:off x="487679" y="205740"/>
            <a:ext cx="11216639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3000">
                <a:solidFill>
                  <a:srgbClr val="111111"/>
                </a:solidFill>
                <a:latin typeface="Arial"/>
              </a:rPr>
              <a:t>Slide 10 fidelity marker</a:t>
            </a:r>
            <a:endParaRPr lang="en-US"/>
          </a:p>
        </p:txBody>
      </p:sp>
      <p:sp>
        <p:nvSpPr>
          <p:cNvPr id="3" name="Shape 3"/>
          <p:cNvSpPr txBox="1"/>
          <p:nvPr/>
        </p:nvSpPr>
        <p:spPr>
          <a:xfrm rot="0">
            <a:off x="731519" y="1920240"/>
            <a:ext cx="5242559" cy="22631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000">
                <a:solidFill>
                  <a:srgbClr val="111111"/>
                </a:solidFill>
                <a:latin typeface="Arial"/>
              </a:rPr>
              <a:t>Text stays on the left. All these words must remain visible.</a:t>
            </a:r>
            <a:endParaRPr lang="en-US"/>
          </a:p>
        </p:txBody>
      </p:sp>
      <p:pic>
        <p:nvPicPr>
          <p:cNvPr id="8" name="Embedded test image"/>
          <p:cNvPicPr/>
          <p:nvPr/>
        </p:nvPicPr>
        <p:blipFill>
          <a:blip r:embed="rId2"/>
          <a:stretch>
            <a:fillRect/>
          </a:stretch>
        </p:blipFill>
        <p:spPr>
          <a:xfrm>
            <a:off x="6705599" y="1920240"/>
            <a:ext cx="4632959" cy="24003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 rot="0">
            <a:off x="0" y="0"/>
            <a:ext cx="304799" cy="17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5" name="Shape 5"/>
          <p:cNvSpPr txBox="1"/>
          <p:nvPr/>
        </p:nvSpPr>
        <p:spPr>
          <a:xfrm rot="0">
            <a:off x="11887199" y="0"/>
            <a:ext cx="304799" cy="17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6" name="Shape 6"/>
          <p:cNvSpPr txBox="1"/>
          <p:nvPr/>
        </p:nvSpPr>
        <p:spPr>
          <a:xfrm rot="0">
            <a:off x="0" y="6686550"/>
            <a:ext cx="304799" cy="17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7" name="Shape 7"/>
          <p:cNvSpPr txBox="1"/>
          <p:nvPr/>
        </p:nvSpPr>
        <p:spPr>
          <a:xfrm rot="0">
            <a:off x="11887199" y="6686550"/>
            <a:ext cx="304799" cy="17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9" name="Shape 9"/>
          <p:cNvSpPr txBox="1"/>
          <p:nvPr/>
        </p:nvSpPr>
        <p:spPr>
          <a:xfrm rot="0">
            <a:off x="487679" y="5623560"/>
            <a:ext cx="11216639" cy="822960"/>
          </a:xfrm>
          <a:prstGeom prst="rect">
            <a:avLst/>
          </a:prstGeom>
          <a:solidFill>
            <a:srgbClr val="FFE08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1800">
                <a:solidFill>
                  <a:srgbClr val="111111"/>
                </a:solidFill>
                <a:latin typeface="Arial"/>
              </a:rPr>
              <a:t>Slide 10 bottom edge marker</a:t>
            </a:r>
            <a:endParaRPr lang="en-US"/>
          </a:p>
        </p:txBody>
      </p:sp>
      <p:sp>
        <p:nvSpPr>
          <p:cNvPr id="10" name="Shape 10"/>
          <p:cNvSpPr txBox="1"/>
          <p:nvPr/>
        </p:nvSpPr>
        <p:spPr>
          <a:xfrm rot="900000">
            <a:off x="3657599" y="4594860"/>
            <a:ext cx="4876799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1500">
                <a:solidFill>
                  <a:srgbClr val="111111"/>
                </a:solidFill>
                <a:latin typeface="Arial"/>
              </a:rPr>
              <a:t>Rotated label</a:t>
            </a: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2"/>
          <p:cNvSpPr txBox="1"/>
          <p:nvPr/>
        </p:nvSpPr>
        <p:spPr>
          <a:xfrm rot="0">
            <a:off x="487679" y="205740"/>
            <a:ext cx="11216639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3000">
                <a:solidFill>
                  <a:srgbClr val="111111"/>
                </a:solidFill>
                <a:latin typeface="Arial"/>
              </a:rPr>
              <a:t>Slide 11 fidelity marker</a:t>
            </a:r>
            <a:endParaRPr lang="en-US"/>
          </a:p>
        </p:txBody>
      </p:sp>
      <p:sp>
        <p:nvSpPr>
          <p:cNvPr id="3" name="Shape 3"/>
          <p:cNvSpPr txBox="1"/>
          <p:nvPr/>
        </p:nvSpPr>
        <p:spPr>
          <a:xfrm rot="0">
            <a:off x="731519" y="1920240"/>
            <a:ext cx="5242559" cy="22631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000">
                <a:solidFill>
                  <a:srgbClr val="111111"/>
                </a:solidFill>
                <a:latin typeface="Arial"/>
              </a:rPr>
              <a:t>Text stays on the left. All these words must remain visible.</a:t>
            </a:r>
            <a:endParaRPr lang="en-US"/>
          </a:p>
        </p:txBody>
      </p:sp>
      <p:pic>
        <p:nvPicPr>
          <p:cNvPr id="8" name="Embedded test image"/>
          <p:cNvPicPr/>
          <p:nvPr/>
        </p:nvPicPr>
        <p:blipFill>
          <a:blip r:embed="rId2"/>
          <a:stretch>
            <a:fillRect/>
          </a:stretch>
        </p:blipFill>
        <p:spPr>
          <a:xfrm>
            <a:off x="6705599" y="1920240"/>
            <a:ext cx="4632959" cy="24003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 rot="0">
            <a:off x="0" y="0"/>
            <a:ext cx="304799" cy="17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5" name="Shape 5"/>
          <p:cNvSpPr txBox="1"/>
          <p:nvPr/>
        </p:nvSpPr>
        <p:spPr>
          <a:xfrm rot="0">
            <a:off x="11887199" y="0"/>
            <a:ext cx="304799" cy="17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6" name="Shape 6"/>
          <p:cNvSpPr txBox="1"/>
          <p:nvPr/>
        </p:nvSpPr>
        <p:spPr>
          <a:xfrm rot="0">
            <a:off x="0" y="6686550"/>
            <a:ext cx="304799" cy="17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7" name="Shape 7"/>
          <p:cNvSpPr txBox="1"/>
          <p:nvPr/>
        </p:nvSpPr>
        <p:spPr>
          <a:xfrm rot="0">
            <a:off x="11887199" y="6686550"/>
            <a:ext cx="304799" cy="17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9" name="Shape 9"/>
          <p:cNvSpPr txBox="1"/>
          <p:nvPr/>
        </p:nvSpPr>
        <p:spPr>
          <a:xfrm rot="0">
            <a:off x="487679" y="5623560"/>
            <a:ext cx="11216639" cy="822960"/>
          </a:xfrm>
          <a:prstGeom prst="rect">
            <a:avLst/>
          </a:prstGeom>
          <a:solidFill>
            <a:srgbClr val="FFE08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1800">
                <a:solidFill>
                  <a:srgbClr val="111111"/>
                </a:solidFill>
                <a:latin typeface="Arial"/>
              </a:rPr>
              <a:t>Slide 11 bottom edge marker</a:t>
            </a:r>
            <a:endParaRPr lang="en-US"/>
          </a:p>
        </p:txBody>
      </p:sp>
      <p:sp>
        <p:nvSpPr>
          <p:cNvPr id="10" name="Shape 10"/>
          <p:cNvSpPr txBox="1"/>
          <p:nvPr/>
        </p:nvSpPr>
        <p:spPr>
          <a:xfrm rot="900000">
            <a:off x="3657599" y="4594860"/>
            <a:ext cx="4876799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1500">
                <a:solidFill>
                  <a:srgbClr val="111111"/>
                </a:solidFill>
                <a:latin typeface="Arial"/>
              </a:rPr>
              <a:t>Rotated label</a:t>
            </a: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2"/>
          <p:cNvSpPr txBox="1"/>
          <p:nvPr/>
        </p:nvSpPr>
        <p:spPr>
          <a:xfrm rot="0">
            <a:off x="487679" y="205740"/>
            <a:ext cx="11216639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3000">
                <a:solidFill>
                  <a:srgbClr val="111111"/>
                </a:solidFill>
                <a:latin typeface="Arial"/>
              </a:rPr>
              <a:t>Slide 12 fidelity marker</a:t>
            </a:r>
            <a:endParaRPr lang="en-US"/>
          </a:p>
        </p:txBody>
      </p:sp>
      <p:sp>
        <p:nvSpPr>
          <p:cNvPr id="3" name="Shape 3"/>
          <p:cNvSpPr txBox="1"/>
          <p:nvPr/>
        </p:nvSpPr>
        <p:spPr>
          <a:xfrm rot="0">
            <a:off x="731519" y="1920240"/>
            <a:ext cx="5242559" cy="22631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000">
                <a:solidFill>
                  <a:srgbClr val="111111"/>
                </a:solidFill>
                <a:latin typeface="Arial"/>
              </a:rPr>
              <a:t>Text stays on the left. All these words must remain visible.</a:t>
            </a:r>
            <a:endParaRPr lang="en-US"/>
          </a:p>
        </p:txBody>
      </p:sp>
      <p:pic>
        <p:nvPicPr>
          <p:cNvPr id="8" name="Embedded test image"/>
          <p:cNvPicPr/>
          <p:nvPr/>
        </p:nvPicPr>
        <p:blipFill>
          <a:blip r:embed="rId2"/>
          <a:stretch>
            <a:fillRect/>
          </a:stretch>
        </p:blipFill>
        <p:spPr>
          <a:xfrm>
            <a:off x="6705599" y="1920240"/>
            <a:ext cx="4632959" cy="24003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 rot="0">
            <a:off x="0" y="0"/>
            <a:ext cx="304799" cy="17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5" name="Shape 5"/>
          <p:cNvSpPr txBox="1"/>
          <p:nvPr/>
        </p:nvSpPr>
        <p:spPr>
          <a:xfrm rot="0">
            <a:off x="11887199" y="0"/>
            <a:ext cx="304799" cy="17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6" name="Shape 6"/>
          <p:cNvSpPr txBox="1"/>
          <p:nvPr/>
        </p:nvSpPr>
        <p:spPr>
          <a:xfrm rot="0">
            <a:off x="0" y="6686550"/>
            <a:ext cx="304799" cy="17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7" name="Shape 7"/>
          <p:cNvSpPr txBox="1"/>
          <p:nvPr/>
        </p:nvSpPr>
        <p:spPr>
          <a:xfrm rot="0">
            <a:off x="11887199" y="6686550"/>
            <a:ext cx="304799" cy="17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9" name="Shape 9"/>
          <p:cNvSpPr txBox="1"/>
          <p:nvPr/>
        </p:nvSpPr>
        <p:spPr>
          <a:xfrm rot="0">
            <a:off x="487679" y="5623560"/>
            <a:ext cx="11216639" cy="822960"/>
          </a:xfrm>
          <a:prstGeom prst="rect">
            <a:avLst/>
          </a:prstGeom>
          <a:solidFill>
            <a:srgbClr val="FFE08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1800">
                <a:solidFill>
                  <a:srgbClr val="111111"/>
                </a:solidFill>
                <a:latin typeface="Arial"/>
              </a:rPr>
              <a:t>Slide 12 bottom edge marker</a:t>
            </a:r>
            <a:endParaRPr lang="en-US"/>
          </a:p>
        </p:txBody>
      </p:sp>
      <p:sp>
        <p:nvSpPr>
          <p:cNvPr id="10" name="Shape 10"/>
          <p:cNvSpPr txBox="1"/>
          <p:nvPr/>
        </p:nvSpPr>
        <p:spPr>
          <a:xfrm rot="900000">
            <a:off x="3657599" y="4594860"/>
            <a:ext cx="4876799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1500">
                <a:solidFill>
                  <a:srgbClr val="111111"/>
                </a:solidFill>
                <a:latin typeface="Arial"/>
              </a:rPr>
              <a:t>Rotated label</a:t>
            </a: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2"/>
          <p:cNvSpPr txBox="1"/>
          <p:nvPr/>
        </p:nvSpPr>
        <p:spPr>
          <a:xfrm rot="0">
            <a:off x="487679" y="205740"/>
            <a:ext cx="11216639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3000">
                <a:solidFill>
                  <a:srgbClr val="111111"/>
                </a:solidFill>
                <a:latin typeface="Arial"/>
              </a:rPr>
              <a:t>Slide 13 fidelity marker</a:t>
            </a:r>
            <a:endParaRPr lang="en-US"/>
          </a:p>
        </p:txBody>
      </p:sp>
      <p:sp>
        <p:nvSpPr>
          <p:cNvPr id="3" name="Shape 3"/>
          <p:cNvSpPr txBox="1"/>
          <p:nvPr/>
        </p:nvSpPr>
        <p:spPr>
          <a:xfrm rot="0">
            <a:off x="731519" y="1920240"/>
            <a:ext cx="5242559" cy="22631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000">
                <a:solidFill>
                  <a:srgbClr val="111111"/>
                </a:solidFill>
                <a:latin typeface="Arial"/>
              </a:rPr>
              <a:t>Text stays on the left. All these words must remain visible.</a:t>
            </a:r>
            <a:endParaRPr lang="en-US"/>
          </a:p>
        </p:txBody>
      </p:sp>
      <p:pic>
        <p:nvPicPr>
          <p:cNvPr id="8" name="Embedded test image"/>
          <p:cNvPicPr/>
          <p:nvPr/>
        </p:nvPicPr>
        <p:blipFill>
          <a:blip r:embed="rId2"/>
          <a:stretch>
            <a:fillRect/>
          </a:stretch>
        </p:blipFill>
        <p:spPr>
          <a:xfrm>
            <a:off x="6705599" y="1920240"/>
            <a:ext cx="4632959" cy="24003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 rot="0">
            <a:off x="0" y="0"/>
            <a:ext cx="304799" cy="17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5" name="Shape 5"/>
          <p:cNvSpPr txBox="1"/>
          <p:nvPr/>
        </p:nvSpPr>
        <p:spPr>
          <a:xfrm rot="0">
            <a:off x="11887199" y="0"/>
            <a:ext cx="304799" cy="17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6" name="Shape 6"/>
          <p:cNvSpPr txBox="1"/>
          <p:nvPr/>
        </p:nvSpPr>
        <p:spPr>
          <a:xfrm rot="0">
            <a:off x="0" y="6686550"/>
            <a:ext cx="304799" cy="17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7" name="Shape 7"/>
          <p:cNvSpPr txBox="1"/>
          <p:nvPr/>
        </p:nvSpPr>
        <p:spPr>
          <a:xfrm rot="0">
            <a:off x="11887199" y="6686550"/>
            <a:ext cx="304799" cy="17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9" name="Shape 9"/>
          <p:cNvSpPr txBox="1"/>
          <p:nvPr/>
        </p:nvSpPr>
        <p:spPr>
          <a:xfrm rot="0">
            <a:off x="487679" y="5623560"/>
            <a:ext cx="11216639" cy="822960"/>
          </a:xfrm>
          <a:prstGeom prst="rect">
            <a:avLst/>
          </a:prstGeom>
          <a:solidFill>
            <a:srgbClr val="FFE08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1800">
                <a:solidFill>
                  <a:srgbClr val="111111"/>
                </a:solidFill>
                <a:latin typeface="Arial"/>
              </a:rPr>
              <a:t>Slide 13 bottom edge marker</a:t>
            </a:r>
            <a:endParaRPr lang="en-US"/>
          </a:p>
        </p:txBody>
      </p:sp>
      <p:sp>
        <p:nvSpPr>
          <p:cNvPr id="10" name="Shape 10"/>
          <p:cNvSpPr txBox="1"/>
          <p:nvPr/>
        </p:nvSpPr>
        <p:spPr>
          <a:xfrm rot="900000">
            <a:off x="3657599" y="4594860"/>
            <a:ext cx="4876799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1500">
                <a:solidFill>
                  <a:srgbClr val="111111"/>
                </a:solidFill>
                <a:latin typeface="Arial"/>
              </a:rPr>
              <a:t>Rotated label</a:t>
            </a:r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2"/>
          <p:cNvSpPr txBox="1"/>
          <p:nvPr/>
        </p:nvSpPr>
        <p:spPr>
          <a:xfrm rot="0">
            <a:off x="487679" y="205740"/>
            <a:ext cx="11216639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3000">
                <a:solidFill>
                  <a:srgbClr val="111111"/>
                </a:solidFill>
                <a:latin typeface="Arial"/>
              </a:rPr>
              <a:t>Slide 14 fidelity marker</a:t>
            </a:r>
            <a:endParaRPr lang="en-US"/>
          </a:p>
        </p:txBody>
      </p:sp>
      <p:sp>
        <p:nvSpPr>
          <p:cNvPr id="3" name="Shape 3"/>
          <p:cNvSpPr txBox="1"/>
          <p:nvPr/>
        </p:nvSpPr>
        <p:spPr>
          <a:xfrm rot="0">
            <a:off x="731519" y="1920240"/>
            <a:ext cx="5242559" cy="22631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000">
                <a:solidFill>
                  <a:srgbClr val="111111"/>
                </a:solidFill>
                <a:latin typeface="Arial"/>
              </a:rPr>
              <a:t>Text stays on the left. All these words must remain visible.</a:t>
            </a:r>
            <a:endParaRPr lang="en-US"/>
          </a:p>
        </p:txBody>
      </p:sp>
      <p:pic>
        <p:nvPicPr>
          <p:cNvPr id="8" name="Embedded test image"/>
          <p:cNvPicPr/>
          <p:nvPr/>
        </p:nvPicPr>
        <p:blipFill>
          <a:blip r:embed="rId2"/>
          <a:stretch>
            <a:fillRect/>
          </a:stretch>
        </p:blipFill>
        <p:spPr>
          <a:xfrm>
            <a:off x="6705599" y="1920240"/>
            <a:ext cx="4632959" cy="24003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 rot="0">
            <a:off x="0" y="0"/>
            <a:ext cx="304799" cy="17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5" name="Shape 5"/>
          <p:cNvSpPr txBox="1"/>
          <p:nvPr/>
        </p:nvSpPr>
        <p:spPr>
          <a:xfrm rot="0">
            <a:off x="11887199" y="0"/>
            <a:ext cx="304799" cy="17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6" name="Shape 6"/>
          <p:cNvSpPr txBox="1"/>
          <p:nvPr/>
        </p:nvSpPr>
        <p:spPr>
          <a:xfrm rot="0">
            <a:off x="0" y="6686550"/>
            <a:ext cx="304799" cy="17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7" name="Shape 7"/>
          <p:cNvSpPr txBox="1"/>
          <p:nvPr/>
        </p:nvSpPr>
        <p:spPr>
          <a:xfrm rot="0">
            <a:off x="11887199" y="6686550"/>
            <a:ext cx="304799" cy="17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9" name="Shape 9"/>
          <p:cNvSpPr txBox="1"/>
          <p:nvPr/>
        </p:nvSpPr>
        <p:spPr>
          <a:xfrm rot="0">
            <a:off x="487679" y="5623560"/>
            <a:ext cx="11216639" cy="822960"/>
          </a:xfrm>
          <a:prstGeom prst="rect">
            <a:avLst/>
          </a:prstGeom>
          <a:solidFill>
            <a:srgbClr val="FFE08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1800">
                <a:solidFill>
                  <a:srgbClr val="111111"/>
                </a:solidFill>
                <a:latin typeface="Arial"/>
              </a:rPr>
              <a:t>Slide 14 bottom edge marker</a:t>
            </a:r>
            <a:endParaRPr lang="en-US"/>
          </a:p>
        </p:txBody>
      </p:sp>
      <p:sp>
        <p:nvSpPr>
          <p:cNvPr id="10" name="Shape 10"/>
          <p:cNvSpPr txBox="1"/>
          <p:nvPr/>
        </p:nvSpPr>
        <p:spPr>
          <a:xfrm rot="900000">
            <a:off x="3657599" y="4594860"/>
            <a:ext cx="4876799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1500">
                <a:solidFill>
                  <a:srgbClr val="111111"/>
                </a:solidFill>
                <a:latin typeface="Arial"/>
              </a:rPr>
              <a:t>Rotated label</a:t>
            </a:r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2"/>
          <p:cNvSpPr txBox="1"/>
          <p:nvPr/>
        </p:nvSpPr>
        <p:spPr>
          <a:xfrm rot="0">
            <a:off x="487679" y="205740"/>
            <a:ext cx="11216639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3000">
                <a:solidFill>
                  <a:srgbClr val="111111"/>
                </a:solidFill>
                <a:latin typeface="Arial"/>
              </a:rPr>
              <a:t>Slide 15 fidelity marker</a:t>
            </a:r>
            <a:endParaRPr lang="en-US"/>
          </a:p>
        </p:txBody>
      </p:sp>
      <p:sp>
        <p:nvSpPr>
          <p:cNvPr id="3" name="Shape 3"/>
          <p:cNvSpPr txBox="1"/>
          <p:nvPr/>
        </p:nvSpPr>
        <p:spPr>
          <a:xfrm rot="0">
            <a:off x="731519" y="1920240"/>
            <a:ext cx="5242559" cy="22631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000">
                <a:solidFill>
                  <a:srgbClr val="111111"/>
                </a:solidFill>
                <a:latin typeface="Arial"/>
              </a:rPr>
              <a:t>Text stays on the left. All these words must remain visible.</a:t>
            </a:r>
            <a:endParaRPr lang="en-US"/>
          </a:p>
        </p:txBody>
      </p:sp>
      <p:pic>
        <p:nvPicPr>
          <p:cNvPr id="8" name="Embedded test image"/>
          <p:cNvPicPr/>
          <p:nvPr/>
        </p:nvPicPr>
        <p:blipFill>
          <a:blip r:embed="rId2"/>
          <a:stretch>
            <a:fillRect/>
          </a:stretch>
        </p:blipFill>
        <p:spPr>
          <a:xfrm>
            <a:off x="6705599" y="1920240"/>
            <a:ext cx="4632959" cy="24003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 rot="0">
            <a:off x="0" y="0"/>
            <a:ext cx="304799" cy="17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5" name="Shape 5"/>
          <p:cNvSpPr txBox="1"/>
          <p:nvPr/>
        </p:nvSpPr>
        <p:spPr>
          <a:xfrm rot="0">
            <a:off x="11887199" y="0"/>
            <a:ext cx="304799" cy="17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6" name="Shape 6"/>
          <p:cNvSpPr txBox="1"/>
          <p:nvPr/>
        </p:nvSpPr>
        <p:spPr>
          <a:xfrm rot="0">
            <a:off x="0" y="6686550"/>
            <a:ext cx="304799" cy="17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7" name="Shape 7"/>
          <p:cNvSpPr txBox="1"/>
          <p:nvPr/>
        </p:nvSpPr>
        <p:spPr>
          <a:xfrm rot="0">
            <a:off x="11887199" y="6686550"/>
            <a:ext cx="304799" cy="17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9" name="Shape 9"/>
          <p:cNvSpPr txBox="1"/>
          <p:nvPr/>
        </p:nvSpPr>
        <p:spPr>
          <a:xfrm rot="0">
            <a:off x="487679" y="5623560"/>
            <a:ext cx="11216639" cy="822960"/>
          </a:xfrm>
          <a:prstGeom prst="rect">
            <a:avLst/>
          </a:prstGeom>
          <a:solidFill>
            <a:srgbClr val="FFE08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1800">
                <a:solidFill>
                  <a:srgbClr val="111111"/>
                </a:solidFill>
                <a:latin typeface="Arial"/>
              </a:rPr>
              <a:t>Slide 15 bottom edge marker</a:t>
            </a:r>
            <a:endParaRPr lang="en-US"/>
          </a:p>
        </p:txBody>
      </p:sp>
      <p:sp>
        <p:nvSpPr>
          <p:cNvPr id="10" name="Shape 10"/>
          <p:cNvSpPr txBox="1"/>
          <p:nvPr/>
        </p:nvSpPr>
        <p:spPr>
          <a:xfrm rot="900000">
            <a:off x="3657599" y="4594860"/>
            <a:ext cx="4876799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1500">
                <a:solidFill>
                  <a:srgbClr val="111111"/>
                </a:solidFill>
                <a:latin typeface="Arial"/>
              </a:rPr>
              <a:t>Rotated label</a:t>
            </a:r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2"/>
          <p:cNvSpPr txBox="1"/>
          <p:nvPr/>
        </p:nvSpPr>
        <p:spPr>
          <a:xfrm rot="0">
            <a:off x="487679" y="205740"/>
            <a:ext cx="11216639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3000">
                <a:solidFill>
                  <a:srgbClr val="111111"/>
                </a:solidFill>
                <a:latin typeface="Arial"/>
              </a:rPr>
              <a:t>Slide 16 fidelity marker</a:t>
            </a:r>
            <a:endParaRPr lang="en-US"/>
          </a:p>
        </p:txBody>
      </p:sp>
      <p:sp>
        <p:nvSpPr>
          <p:cNvPr id="3" name="Shape 3"/>
          <p:cNvSpPr txBox="1"/>
          <p:nvPr/>
        </p:nvSpPr>
        <p:spPr>
          <a:xfrm rot="0">
            <a:off x="731519" y="1920240"/>
            <a:ext cx="5242559" cy="22631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000">
                <a:solidFill>
                  <a:srgbClr val="111111"/>
                </a:solidFill>
                <a:latin typeface="Arial"/>
              </a:rPr>
              <a:t>Text stays on the left. All these words must remain visible.</a:t>
            </a:r>
            <a:endParaRPr lang="en-US"/>
          </a:p>
        </p:txBody>
      </p:sp>
      <p:pic>
        <p:nvPicPr>
          <p:cNvPr id="8" name="Embedded test image"/>
          <p:cNvPicPr/>
          <p:nvPr/>
        </p:nvPicPr>
        <p:blipFill>
          <a:blip r:embed="rId2"/>
          <a:stretch>
            <a:fillRect/>
          </a:stretch>
        </p:blipFill>
        <p:spPr>
          <a:xfrm>
            <a:off x="6705599" y="1920240"/>
            <a:ext cx="4632959" cy="24003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 rot="0">
            <a:off x="0" y="0"/>
            <a:ext cx="304799" cy="17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5" name="Shape 5"/>
          <p:cNvSpPr txBox="1"/>
          <p:nvPr/>
        </p:nvSpPr>
        <p:spPr>
          <a:xfrm rot="0">
            <a:off x="11887199" y="0"/>
            <a:ext cx="304799" cy="17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6" name="Shape 6"/>
          <p:cNvSpPr txBox="1"/>
          <p:nvPr/>
        </p:nvSpPr>
        <p:spPr>
          <a:xfrm rot="0">
            <a:off x="0" y="6686550"/>
            <a:ext cx="304799" cy="17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7" name="Shape 7"/>
          <p:cNvSpPr txBox="1"/>
          <p:nvPr/>
        </p:nvSpPr>
        <p:spPr>
          <a:xfrm rot="0">
            <a:off x="11887199" y="6686550"/>
            <a:ext cx="304799" cy="17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9" name="Shape 9"/>
          <p:cNvSpPr txBox="1"/>
          <p:nvPr/>
        </p:nvSpPr>
        <p:spPr>
          <a:xfrm rot="0">
            <a:off x="487679" y="5623560"/>
            <a:ext cx="11216639" cy="822960"/>
          </a:xfrm>
          <a:prstGeom prst="rect">
            <a:avLst/>
          </a:prstGeom>
          <a:solidFill>
            <a:srgbClr val="FFE08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1800">
                <a:solidFill>
                  <a:srgbClr val="111111"/>
                </a:solidFill>
                <a:latin typeface="Arial"/>
              </a:rPr>
              <a:t>Slide 16 bottom edge marker</a:t>
            </a:r>
            <a:endParaRPr lang="en-US"/>
          </a:p>
        </p:txBody>
      </p:sp>
      <p:sp>
        <p:nvSpPr>
          <p:cNvPr id="10" name="Shape 10"/>
          <p:cNvSpPr txBox="1"/>
          <p:nvPr/>
        </p:nvSpPr>
        <p:spPr>
          <a:xfrm rot="900000">
            <a:off x="3657599" y="4594860"/>
            <a:ext cx="4876799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1500">
                <a:solidFill>
                  <a:srgbClr val="111111"/>
                </a:solidFill>
                <a:latin typeface="Arial"/>
              </a:rPr>
              <a:t>Rotated label</a:t>
            </a:r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2"/>
          <p:cNvSpPr txBox="1"/>
          <p:nvPr/>
        </p:nvSpPr>
        <p:spPr>
          <a:xfrm rot="0">
            <a:off x="487679" y="205740"/>
            <a:ext cx="11216639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3000">
                <a:solidFill>
                  <a:srgbClr val="111111"/>
                </a:solidFill>
                <a:latin typeface="Arial"/>
              </a:rPr>
              <a:t>Slide 17 fidelity marker</a:t>
            </a:r>
            <a:endParaRPr lang="en-US"/>
          </a:p>
        </p:txBody>
      </p:sp>
      <p:sp>
        <p:nvSpPr>
          <p:cNvPr id="3" name="Shape 3"/>
          <p:cNvSpPr txBox="1"/>
          <p:nvPr/>
        </p:nvSpPr>
        <p:spPr>
          <a:xfrm rot="0">
            <a:off x="731519" y="1920240"/>
            <a:ext cx="5242559" cy="22631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000">
                <a:solidFill>
                  <a:srgbClr val="111111"/>
                </a:solidFill>
                <a:latin typeface="Arial"/>
              </a:rPr>
              <a:t>Text stays on the left. All these words must remain visible.</a:t>
            </a:r>
            <a:endParaRPr lang="en-US"/>
          </a:p>
        </p:txBody>
      </p:sp>
      <p:pic>
        <p:nvPicPr>
          <p:cNvPr id="8" name="Embedded test image"/>
          <p:cNvPicPr/>
          <p:nvPr/>
        </p:nvPicPr>
        <p:blipFill>
          <a:blip r:embed="rId2"/>
          <a:stretch>
            <a:fillRect/>
          </a:stretch>
        </p:blipFill>
        <p:spPr>
          <a:xfrm>
            <a:off x="6705599" y="1920240"/>
            <a:ext cx="4632959" cy="24003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 rot="0">
            <a:off x="0" y="0"/>
            <a:ext cx="304799" cy="17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5" name="Shape 5"/>
          <p:cNvSpPr txBox="1"/>
          <p:nvPr/>
        </p:nvSpPr>
        <p:spPr>
          <a:xfrm rot="0">
            <a:off x="11887199" y="0"/>
            <a:ext cx="304799" cy="17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6" name="Shape 6"/>
          <p:cNvSpPr txBox="1"/>
          <p:nvPr/>
        </p:nvSpPr>
        <p:spPr>
          <a:xfrm rot="0">
            <a:off x="0" y="6686550"/>
            <a:ext cx="304799" cy="17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7" name="Shape 7"/>
          <p:cNvSpPr txBox="1"/>
          <p:nvPr/>
        </p:nvSpPr>
        <p:spPr>
          <a:xfrm rot="0">
            <a:off x="11887199" y="6686550"/>
            <a:ext cx="304799" cy="17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9" name="Shape 9"/>
          <p:cNvSpPr txBox="1"/>
          <p:nvPr/>
        </p:nvSpPr>
        <p:spPr>
          <a:xfrm rot="0">
            <a:off x="487679" y="5623560"/>
            <a:ext cx="11216639" cy="822960"/>
          </a:xfrm>
          <a:prstGeom prst="rect">
            <a:avLst/>
          </a:prstGeom>
          <a:solidFill>
            <a:srgbClr val="FFE08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1800">
                <a:solidFill>
                  <a:srgbClr val="111111"/>
                </a:solidFill>
                <a:latin typeface="Arial"/>
              </a:rPr>
              <a:t>Slide 17 bottom edge marker</a:t>
            </a:r>
            <a:endParaRPr lang="en-US"/>
          </a:p>
        </p:txBody>
      </p:sp>
      <p:sp>
        <p:nvSpPr>
          <p:cNvPr id="10" name="Shape 10"/>
          <p:cNvSpPr txBox="1"/>
          <p:nvPr/>
        </p:nvSpPr>
        <p:spPr>
          <a:xfrm rot="900000">
            <a:off x="3657599" y="4594860"/>
            <a:ext cx="4876799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1500">
                <a:solidFill>
                  <a:srgbClr val="111111"/>
                </a:solidFill>
                <a:latin typeface="Arial"/>
              </a:rPr>
              <a:t>Rotated label</a:t>
            </a:r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2"/>
          <p:cNvSpPr txBox="1"/>
          <p:nvPr/>
        </p:nvSpPr>
        <p:spPr>
          <a:xfrm rot="0">
            <a:off x="487679" y="205740"/>
            <a:ext cx="11216639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3000">
                <a:solidFill>
                  <a:srgbClr val="111111"/>
                </a:solidFill>
                <a:latin typeface="Arial"/>
              </a:rPr>
              <a:t>Slide 18 fidelity marker</a:t>
            </a:r>
            <a:endParaRPr lang="en-US"/>
          </a:p>
        </p:txBody>
      </p:sp>
      <p:sp>
        <p:nvSpPr>
          <p:cNvPr id="3" name="Shape 3"/>
          <p:cNvSpPr txBox="1"/>
          <p:nvPr/>
        </p:nvSpPr>
        <p:spPr>
          <a:xfrm rot="0">
            <a:off x="731519" y="1920240"/>
            <a:ext cx="5242559" cy="22631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000">
                <a:solidFill>
                  <a:srgbClr val="111111"/>
                </a:solidFill>
                <a:latin typeface="Arial"/>
              </a:rPr>
              <a:t>Text stays on the left. All these words must remain visible.</a:t>
            </a:r>
            <a:endParaRPr lang="en-US"/>
          </a:p>
        </p:txBody>
      </p:sp>
      <p:pic>
        <p:nvPicPr>
          <p:cNvPr id="8" name="Embedded test image"/>
          <p:cNvPicPr/>
          <p:nvPr/>
        </p:nvPicPr>
        <p:blipFill>
          <a:blip r:embed="rId2"/>
          <a:stretch>
            <a:fillRect/>
          </a:stretch>
        </p:blipFill>
        <p:spPr>
          <a:xfrm>
            <a:off x="6705599" y="1920240"/>
            <a:ext cx="4632959" cy="24003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 rot="0">
            <a:off x="0" y="0"/>
            <a:ext cx="304799" cy="17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5" name="Shape 5"/>
          <p:cNvSpPr txBox="1"/>
          <p:nvPr/>
        </p:nvSpPr>
        <p:spPr>
          <a:xfrm rot="0">
            <a:off x="11887199" y="0"/>
            <a:ext cx="304799" cy="17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6" name="Shape 6"/>
          <p:cNvSpPr txBox="1"/>
          <p:nvPr/>
        </p:nvSpPr>
        <p:spPr>
          <a:xfrm rot="0">
            <a:off x="0" y="6686550"/>
            <a:ext cx="304799" cy="17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7" name="Shape 7"/>
          <p:cNvSpPr txBox="1"/>
          <p:nvPr/>
        </p:nvSpPr>
        <p:spPr>
          <a:xfrm rot="0">
            <a:off x="11887199" y="6686550"/>
            <a:ext cx="304799" cy="17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9" name="Shape 9"/>
          <p:cNvSpPr txBox="1"/>
          <p:nvPr/>
        </p:nvSpPr>
        <p:spPr>
          <a:xfrm rot="0">
            <a:off x="487679" y="5623560"/>
            <a:ext cx="11216639" cy="822960"/>
          </a:xfrm>
          <a:prstGeom prst="rect">
            <a:avLst/>
          </a:prstGeom>
          <a:solidFill>
            <a:srgbClr val="FFE08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1800">
                <a:solidFill>
                  <a:srgbClr val="111111"/>
                </a:solidFill>
                <a:latin typeface="Arial"/>
              </a:rPr>
              <a:t>Slide 18 bottom edge marker</a:t>
            </a:r>
            <a:endParaRPr lang="en-US"/>
          </a:p>
        </p:txBody>
      </p:sp>
      <p:sp>
        <p:nvSpPr>
          <p:cNvPr id="10" name="Shape 10"/>
          <p:cNvSpPr txBox="1"/>
          <p:nvPr/>
        </p:nvSpPr>
        <p:spPr>
          <a:xfrm rot="900000">
            <a:off x="3657599" y="4594860"/>
            <a:ext cx="4876799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1500">
                <a:solidFill>
                  <a:srgbClr val="111111"/>
                </a:solidFill>
                <a:latin typeface="Arial"/>
              </a:rPr>
              <a:t>Rotated label</a:t>
            </a:r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2"/>
          <p:cNvSpPr txBox="1"/>
          <p:nvPr/>
        </p:nvSpPr>
        <p:spPr>
          <a:xfrm rot="0">
            <a:off x="487679" y="205740"/>
            <a:ext cx="11216639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3000">
                <a:solidFill>
                  <a:srgbClr val="111111"/>
                </a:solidFill>
                <a:latin typeface="Arial"/>
              </a:rPr>
              <a:t>Slide 19 fidelity marker</a:t>
            </a:r>
            <a:endParaRPr lang="en-US"/>
          </a:p>
        </p:txBody>
      </p:sp>
      <p:sp>
        <p:nvSpPr>
          <p:cNvPr id="3" name="Shape 3"/>
          <p:cNvSpPr txBox="1"/>
          <p:nvPr/>
        </p:nvSpPr>
        <p:spPr>
          <a:xfrm rot="0">
            <a:off x="731519" y="1920240"/>
            <a:ext cx="5242559" cy="22631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000">
                <a:solidFill>
                  <a:srgbClr val="111111"/>
                </a:solidFill>
                <a:latin typeface="Arial"/>
              </a:rPr>
              <a:t>Text stays on the left. All these words must remain visible.</a:t>
            </a:r>
            <a:endParaRPr lang="en-US"/>
          </a:p>
        </p:txBody>
      </p:sp>
      <p:pic>
        <p:nvPicPr>
          <p:cNvPr id="8" name="Embedded test image"/>
          <p:cNvPicPr/>
          <p:nvPr/>
        </p:nvPicPr>
        <p:blipFill>
          <a:blip r:embed="rId2"/>
          <a:stretch>
            <a:fillRect/>
          </a:stretch>
        </p:blipFill>
        <p:spPr>
          <a:xfrm>
            <a:off x="6705599" y="1920240"/>
            <a:ext cx="4632959" cy="24003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 rot="0">
            <a:off x="0" y="0"/>
            <a:ext cx="304799" cy="17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5" name="Shape 5"/>
          <p:cNvSpPr txBox="1"/>
          <p:nvPr/>
        </p:nvSpPr>
        <p:spPr>
          <a:xfrm rot="0">
            <a:off x="11887199" y="0"/>
            <a:ext cx="304799" cy="17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6" name="Shape 6"/>
          <p:cNvSpPr txBox="1"/>
          <p:nvPr/>
        </p:nvSpPr>
        <p:spPr>
          <a:xfrm rot="0">
            <a:off x="0" y="6686550"/>
            <a:ext cx="304799" cy="17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7" name="Shape 7"/>
          <p:cNvSpPr txBox="1"/>
          <p:nvPr/>
        </p:nvSpPr>
        <p:spPr>
          <a:xfrm rot="0">
            <a:off x="11887199" y="6686550"/>
            <a:ext cx="304799" cy="17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9" name="Shape 9"/>
          <p:cNvSpPr txBox="1"/>
          <p:nvPr/>
        </p:nvSpPr>
        <p:spPr>
          <a:xfrm rot="0">
            <a:off x="487679" y="5623560"/>
            <a:ext cx="11216639" cy="822960"/>
          </a:xfrm>
          <a:prstGeom prst="rect">
            <a:avLst/>
          </a:prstGeom>
          <a:solidFill>
            <a:srgbClr val="FFE08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1800">
                <a:solidFill>
                  <a:srgbClr val="111111"/>
                </a:solidFill>
                <a:latin typeface="Arial"/>
              </a:rPr>
              <a:t>Slide 19 bottom edge marker</a:t>
            </a:r>
            <a:endParaRPr lang="en-US"/>
          </a:p>
        </p:txBody>
      </p:sp>
      <p:sp>
        <p:nvSpPr>
          <p:cNvPr id="10" name="Shape 10"/>
          <p:cNvSpPr txBox="1"/>
          <p:nvPr/>
        </p:nvSpPr>
        <p:spPr>
          <a:xfrm rot="900000">
            <a:off x="3657599" y="4594860"/>
            <a:ext cx="4876799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1500">
                <a:solidFill>
                  <a:srgbClr val="111111"/>
                </a:solidFill>
                <a:latin typeface="Arial"/>
              </a:rPr>
              <a:t>Rotated label</a:t>
            </a:r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2"/>
          <p:cNvSpPr txBox="1"/>
          <p:nvPr/>
        </p:nvSpPr>
        <p:spPr>
          <a:xfrm rot="0">
            <a:off x="487679" y="205740"/>
            <a:ext cx="11216639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3000">
                <a:solidFill>
                  <a:srgbClr val="111111"/>
                </a:solidFill>
                <a:latin typeface="Arial"/>
              </a:rPr>
              <a:t>Slide 20 fidelity marker</a:t>
            </a:r>
            <a:endParaRPr lang="en-US"/>
          </a:p>
        </p:txBody>
      </p:sp>
      <p:sp>
        <p:nvSpPr>
          <p:cNvPr id="3" name="Shape 3"/>
          <p:cNvSpPr txBox="1"/>
          <p:nvPr/>
        </p:nvSpPr>
        <p:spPr>
          <a:xfrm rot="0">
            <a:off x="731519" y="1920240"/>
            <a:ext cx="5242559" cy="22631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000">
                <a:solidFill>
                  <a:srgbClr val="111111"/>
                </a:solidFill>
                <a:latin typeface="Arial"/>
              </a:rPr>
              <a:t>Text stays on the left. All these words must remain visible.</a:t>
            </a:r>
            <a:endParaRPr lang="en-US"/>
          </a:p>
        </p:txBody>
      </p:sp>
      <p:pic>
        <p:nvPicPr>
          <p:cNvPr id="8" name="Embedded test image"/>
          <p:cNvPicPr/>
          <p:nvPr/>
        </p:nvPicPr>
        <p:blipFill>
          <a:blip r:embed="rId2"/>
          <a:stretch>
            <a:fillRect/>
          </a:stretch>
        </p:blipFill>
        <p:spPr>
          <a:xfrm>
            <a:off x="6705599" y="1920240"/>
            <a:ext cx="4632959" cy="24003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 rot="0">
            <a:off x="0" y="0"/>
            <a:ext cx="304799" cy="17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5" name="Shape 5"/>
          <p:cNvSpPr txBox="1"/>
          <p:nvPr/>
        </p:nvSpPr>
        <p:spPr>
          <a:xfrm rot="0">
            <a:off x="11887199" y="0"/>
            <a:ext cx="304799" cy="17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6" name="Shape 6"/>
          <p:cNvSpPr txBox="1"/>
          <p:nvPr/>
        </p:nvSpPr>
        <p:spPr>
          <a:xfrm rot="0">
            <a:off x="0" y="6686550"/>
            <a:ext cx="304799" cy="17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7" name="Shape 7"/>
          <p:cNvSpPr txBox="1"/>
          <p:nvPr/>
        </p:nvSpPr>
        <p:spPr>
          <a:xfrm rot="0">
            <a:off x="11887199" y="6686550"/>
            <a:ext cx="304799" cy="17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9" name="Shape 9"/>
          <p:cNvSpPr txBox="1"/>
          <p:nvPr/>
        </p:nvSpPr>
        <p:spPr>
          <a:xfrm rot="0">
            <a:off x="487679" y="5623560"/>
            <a:ext cx="11216639" cy="822960"/>
          </a:xfrm>
          <a:prstGeom prst="rect">
            <a:avLst/>
          </a:prstGeom>
          <a:solidFill>
            <a:srgbClr val="FFE08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1800">
                <a:solidFill>
                  <a:srgbClr val="111111"/>
                </a:solidFill>
                <a:latin typeface="Arial"/>
              </a:rPr>
              <a:t>Slide 20 bottom edge marker</a:t>
            </a:r>
            <a:endParaRPr lang="en-US"/>
          </a:p>
        </p:txBody>
      </p:sp>
      <p:sp>
        <p:nvSpPr>
          <p:cNvPr id="10" name="Shape 10"/>
          <p:cNvSpPr txBox="1"/>
          <p:nvPr/>
        </p:nvSpPr>
        <p:spPr>
          <a:xfrm rot="900000">
            <a:off x="3657599" y="4594860"/>
            <a:ext cx="4876799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1500">
                <a:solidFill>
                  <a:srgbClr val="111111"/>
                </a:solidFill>
                <a:latin typeface="Arial"/>
              </a:rPr>
              <a:t>Rotated label</a:t>
            </a:r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2"/>
          <p:cNvSpPr txBox="1"/>
          <p:nvPr/>
        </p:nvSpPr>
        <p:spPr>
          <a:xfrm rot="0">
            <a:off x="487679" y="205740"/>
            <a:ext cx="11216639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3000">
                <a:solidFill>
                  <a:srgbClr val="111111"/>
                </a:solidFill>
                <a:latin typeface="Arial"/>
              </a:rPr>
              <a:t>Slide 21 fidelity marker</a:t>
            </a:r>
            <a:endParaRPr lang="en-US"/>
          </a:p>
        </p:txBody>
      </p:sp>
      <p:sp>
        <p:nvSpPr>
          <p:cNvPr id="3" name="Shape 3"/>
          <p:cNvSpPr txBox="1"/>
          <p:nvPr/>
        </p:nvSpPr>
        <p:spPr>
          <a:xfrm rot="0">
            <a:off x="731519" y="1920240"/>
            <a:ext cx="5242559" cy="22631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000">
                <a:solidFill>
                  <a:srgbClr val="111111"/>
                </a:solidFill>
                <a:latin typeface="Arial"/>
              </a:rPr>
              <a:t>Text stays on the left. All these words must remain visible.</a:t>
            </a:r>
            <a:endParaRPr lang="en-US"/>
          </a:p>
        </p:txBody>
      </p:sp>
      <p:pic>
        <p:nvPicPr>
          <p:cNvPr id="8" name="Embedded test image"/>
          <p:cNvPicPr/>
          <p:nvPr/>
        </p:nvPicPr>
        <p:blipFill>
          <a:blip r:embed="rId2"/>
          <a:stretch>
            <a:fillRect/>
          </a:stretch>
        </p:blipFill>
        <p:spPr>
          <a:xfrm>
            <a:off x="6705599" y="1920240"/>
            <a:ext cx="4632959" cy="24003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 rot="0">
            <a:off x="0" y="0"/>
            <a:ext cx="304799" cy="17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5" name="Shape 5"/>
          <p:cNvSpPr txBox="1"/>
          <p:nvPr/>
        </p:nvSpPr>
        <p:spPr>
          <a:xfrm rot="0">
            <a:off x="11887199" y="0"/>
            <a:ext cx="304799" cy="17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6" name="Shape 6"/>
          <p:cNvSpPr txBox="1"/>
          <p:nvPr/>
        </p:nvSpPr>
        <p:spPr>
          <a:xfrm rot="0">
            <a:off x="0" y="6686550"/>
            <a:ext cx="304799" cy="17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7" name="Shape 7"/>
          <p:cNvSpPr txBox="1"/>
          <p:nvPr/>
        </p:nvSpPr>
        <p:spPr>
          <a:xfrm rot="0">
            <a:off x="11887199" y="6686550"/>
            <a:ext cx="304799" cy="17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9" name="Shape 9"/>
          <p:cNvSpPr txBox="1"/>
          <p:nvPr/>
        </p:nvSpPr>
        <p:spPr>
          <a:xfrm rot="0">
            <a:off x="487679" y="5623560"/>
            <a:ext cx="11216639" cy="822960"/>
          </a:xfrm>
          <a:prstGeom prst="rect">
            <a:avLst/>
          </a:prstGeom>
          <a:solidFill>
            <a:srgbClr val="FFE08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1800">
                <a:solidFill>
                  <a:srgbClr val="111111"/>
                </a:solidFill>
                <a:latin typeface="Arial"/>
              </a:rPr>
              <a:t>Slide 21 bottom edge marker</a:t>
            </a:r>
            <a:endParaRPr lang="en-US"/>
          </a:p>
        </p:txBody>
      </p:sp>
      <p:sp>
        <p:nvSpPr>
          <p:cNvPr id="10" name="Shape 10"/>
          <p:cNvSpPr txBox="1"/>
          <p:nvPr/>
        </p:nvSpPr>
        <p:spPr>
          <a:xfrm rot="900000">
            <a:off x="3657599" y="4594860"/>
            <a:ext cx="4876799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1500">
                <a:solidFill>
                  <a:srgbClr val="111111"/>
                </a:solidFill>
                <a:latin typeface="Arial"/>
              </a:rPr>
              <a:t>Rotated label</a:t>
            </a:r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2"/>
          <p:cNvSpPr txBox="1"/>
          <p:nvPr/>
        </p:nvSpPr>
        <p:spPr>
          <a:xfrm rot="0">
            <a:off x="487679" y="205740"/>
            <a:ext cx="11216639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3000">
                <a:solidFill>
                  <a:srgbClr val="111111"/>
                </a:solidFill>
                <a:latin typeface="Arial"/>
              </a:rPr>
              <a:t>Slide 22 fidelity marker</a:t>
            </a:r>
            <a:endParaRPr lang="en-US"/>
          </a:p>
        </p:txBody>
      </p:sp>
      <p:sp>
        <p:nvSpPr>
          <p:cNvPr id="3" name="Shape 3"/>
          <p:cNvSpPr txBox="1"/>
          <p:nvPr/>
        </p:nvSpPr>
        <p:spPr>
          <a:xfrm rot="0">
            <a:off x="731519" y="1920240"/>
            <a:ext cx="5242559" cy="22631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000">
                <a:solidFill>
                  <a:srgbClr val="111111"/>
                </a:solidFill>
                <a:latin typeface="Arial"/>
              </a:rPr>
              <a:t>Text stays on the left. All these words must remain visible.</a:t>
            </a:r>
            <a:endParaRPr lang="en-US"/>
          </a:p>
        </p:txBody>
      </p:sp>
      <p:pic>
        <p:nvPicPr>
          <p:cNvPr id="8" name="Embedded test image"/>
          <p:cNvPicPr/>
          <p:nvPr/>
        </p:nvPicPr>
        <p:blipFill>
          <a:blip r:embed="rId2"/>
          <a:stretch>
            <a:fillRect/>
          </a:stretch>
        </p:blipFill>
        <p:spPr>
          <a:xfrm>
            <a:off x="6705599" y="1920240"/>
            <a:ext cx="4632959" cy="24003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 rot="0">
            <a:off x="0" y="0"/>
            <a:ext cx="304799" cy="17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5" name="Shape 5"/>
          <p:cNvSpPr txBox="1"/>
          <p:nvPr/>
        </p:nvSpPr>
        <p:spPr>
          <a:xfrm rot="0">
            <a:off x="11887199" y="0"/>
            <a:ext cx="304799" cy="17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6" name="Shape 6"/>
          <p:cNvSpPr txBox="1"/>
          <p:nvPr/>
        </p:nvSpPr>
        <p:spPr>
          <a:xfrm rot="0">
            <a:off x="0" y="6686550"/>
            <a:ext cx="304799" cy="17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7" name="Shape 7"/>
          <p:cNvSpPr txBox="1"/>
          <p:nvPr/>
        </p:nvSpPr>
        <p:spPr>
          <a:xfrm rot="0">
            <a:off x="11887199" y="6686550"/>
            <a:ext cx="304799" cy="17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9" name="Shape 9"/>
          <p:cNvSpPr txBox="1"/>
          <p:nvPr/>
        </p:nvSpPr>
        <p:spPr>
          <a:xfrm rot="0">
            <a:off x="487679" y="5623560"/>
            <a:ext cx="11216639" cy="822960"/>
          </a:xfrm>
          <a:prstGeom prst="rect">
            <a:avLst/>
          </a:prstGeom>
          <a:solidFill>
            <a:srgbClr val="FFE08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1800">
                <a:solidFill>
                  <a:srgbClr val="111111"/>
                </a:solidFill>
                <a:latin typeface="Arial"/>
              </a:rPr>
              <a:t>Slide 22 bottom edge marker</a:t>
            </a:r>
            <a:endParaRPr lang="en-US"/>
          </a:p>
        </p:txBody>
      </p:sp>
      <p:sp>
        <p:nvSpPr>
          <p:cNvPr id="10" name="Shape 10"/>
          <p:cNvSpPr txBox="1"/>
          <p:nvPr/>
        </p:nvSpPr>
        <p:spPr>
          <a:xfrm rot="900000">
            <a:off x="3657599" y="4594860"/>
            <a:ext cx="4876799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1500">
                <a:solidFill>
                  <a:srgbClr val="111111"/>
                </a:solidFill>
                <a:latin typeface="Arial"/>
              </a:rPr>
              <a:t>Rotated label</a:t>
            </a:r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2"/>
          <p:cNvSpPr txBox="1"/>
          <p:nvPr/>
        </p:nvSpPr>
        <p:spPr>
          <a:xfrm rot="0">
            <a:off x="487679" y="205740"/>
            <a:ext cx="11216639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3000">
                <a:solidFill>
                  <a:srgbClr val="111111"/>
                </a:solidFill>
                <a:latin typeface="Arial"/>
              </a:rPr>
              <a:t>Slide 23 fidelity marker</a:t>
            </a:r>
            <a:endParaRPr lang="en-US"/>
          </a:p>
        </p:txBody>
      </p:sp>
      <p:sp>
        <p:nvSpPr>
          <p:cNvPr id="3" name="Shape 3"/>
          <p:cNvSpPr txBox="1"/>
          <p:nvPr/>
        </p:nvSpPr>
        <p:spPr>
          <a:xfrm rot="0">
            <a:off x="731519" y="1920240"/>
            <a:ext cx="5242559" cy="22631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000">
                <a:solidFill>
                  <a:srgbClr val="111111"/>
                </a:solidFill>
                <a:latin typeface="Arial"/>
              </a:rPr>
              <a:t>Text stays on the left. All these words must remain visible.</a:t>
            </a:r>
            <a:endParaRPr lang="en-US"/>
          </a:p>
        </p:txBody>
      </p:sp>
      <p:pic>
        <p:nvPicPr>
          <p:cNvPr id="8" name="Embedded test image"/>
          <p:cNvPicPr/>
          <p:nvPr/>
        </p:nvPicPr>
        <p:blipFill>
          <a:blip r:embed="rId2"/>
          <a:stretch>
            <a:fillRect/>
          </a:stretch>
        </p:blipFill>
        <p:spPr>
          <a:xfrm>
            <a:off x="6705599" y="1920240"/>
            <a:ext cx="4632959" cy="24003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 rot="0">
            <a:off x="0" y="0"/>
            <a:ext cx="304799" cy="17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5" name="Shape 5"/>
          <p:cNvSpPr txBox="1"/>
          <p:nvPr/>
        </p:nvSpPr>
        <p:spPr>
          <a:xfrm rot="0">
            <a:off x="11887199" y="0"/>
            <a:ext cx="304799" cy="17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6" name="Shape 6"/>
          <p:cNvSpPr txBox="1"/>
          <p:nvPr/>
        </p:nvSpPr>
        <p:spPr>
          <a:xfrm rot="0">
            <a:off x="0" y="6686550"/>
            <a:ext cx="304799" cy="17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7" name="Shape 7"/>
          <p:cNvSpPr txBox="1"/>
          <p:nvPr/>
        </p:nvSpPr>
        <p:spPr>
          <a:xfrm rot="0">
            <a:off x="11887199" y="6686550"/>
            <a:ext cx="304799" cy="17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9" name="Shape 9"/>
          <p:cNvSpPr txBox="1"/>
          <p:nvPr/>
        </p:nvSpPr>
        <p:spPr>
          <a:xfrm rot="0">
            <a:off x="487679" y="5623560"/>
            <a:ext cx="11216639" cy="822960"/>
          </a:xfrm>
          <a:prstGeom prst="rect">
            <a:avLst/>
          </a:prstGeom>
          <a:solidFill>
            <a:srgbClr val="FFE08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1800">
                <a:solidFill>
                  <a:srgbClr val="111111"/>
                </a:solidFill>
                <a:latin typeface="Arial"/>
              </a:rPr>
              <a:t>Slide 23 bottom edge marker</a:t>
            </a:r>
            <a:endParaRPr lang="en-US"/>
          </a:p>
        </p:txBody>
      </p:sp>
      <p:sp>
        <p:nvSpPr>
          <p:cNvPr id="10" name="Shape 10"/>
          <p:cNvSpPr txBox="1"/>
          <p:nvPr/>
        </p:nvSpPr>
        <p:spPr>
          <a:xfrm rot="900000">
            <a:off x="3657599" y="4594860"/>
            <a:ext cx="4876799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1500">
                <a:solidFill>
                  <a:srgbClr val="111111"/>
                </a:solidFill>
                <a:latin typeface="Arial"/>
              </a:rPr>
              <a:t>Rotated label</a:t>
            </a:r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2"/>
          <p:cNvSpPr txBox="1"/>
          <p:nvPr/>
        </p:nvSpPr>
        <p:spPr>
          <a:xfrm rot="0">
            <a:off x="487679" y="205740"/>
            <a:ext cx="11216639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3000">
                <a:solidFill>
                  <a:srgbClr val="111111"/>
                </a:solidFill>
                <a:latin typeface="Arial"/>
              </a:rPr>
              <a:t>Slide 24 fidelity marker</a:t>
            </a:r>
            <a:endParaRPr lang="en-US"/>
          </a:p>
        </p:txBody>
      </p:sp>
      <p:sp>
        <p:nvSpPr>
          <p:cNvPr id="3" name="Shape 3"/>
          <p:cNvSpPr txBox="1"/>
          <p:nvPr/>
        </p:nvSpPr>
        <p:spPr>
          <a:xfrm rot="0">
            <a:off x="731519" y="1920240"/>
            <a:ext cx="5242559" cy="22631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000">
                <a:solidFill>
                  <a:srgbClr val="111111"/>
                </a:solidFill>
                <a:latin typeface="Arial"/>
              </a:rPr>
              <a:t>Text stays on the left. All these words must remain visible.</a:t>
            </a:r>
            <a:endParaRPr lang="en-US"/>
          </a:p>
        </p:txBody>
      </p:sp>
      <p:pic>
        <p:nvPicPr>
          <p:cNvPr id="8" name="Embedded test image"/>
          <p:cNvPicPr/>
          <p:nvPr/>
        </p:nvPicPr>
        <p:blipFill>
          <a:blip r:embed="rId2"/>
          <a:stretch>
            <a:fillRect/>
          </a:stretch>
        </p:blipFill>
        <p:spPr>
          <a:xfrm>
            <a:off x="6705599" y="1920240"/>
            <a:ext cx="4632959" cy="24003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 rot="0">
            <a:off x="0" y="0"/>
            <a:ext cx="304799" cy="17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5" name="Shape 5"/>
          <p:cNvSpPr txBox="1"/>
          <p:nvPr/>
        </p:nvSpPr>
        <p:spPr>
          <a:xfrm rot="0">
            <a:off x="11887199" y="0"/>
            <a:ext cx="304799" cy="17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6" name="Shape 6"/>
          <p:cNvSpPr txBox="1"/>
          <p:nvPr/>
        </p:nvSpPr>
        <p:spPr>
          <a:xfrm rot="0">
            <a:off x="0" y="6686550"/>
            <a:ext cx="304799" cy="17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7" name="Shape 7"/>
          <p:cNvSpPr txBox="1"/>
          <p:nvPr/>
        </p:nvSpPr>
        <p:spPr>
          <a:xfrm rot="0">
            <a:off x="11887199" y="6686550"/>
            <a:ext cx="304799" cy="17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9" name="Shape 9"/>
          <p:cNvSpPr txBox="1"/>
          <p:nvPr/>
        </p:nvSpPr>
        <p:spPr>
          <a:xfrm rot="0">
            <a:off x="487679" y="5623560"/>
            <a:ext cx="11216639" cy="822960"/>
          </a:xfrm>
          <a:prstGeom prst="rect">
            <a:avLst/>
          </a:prstGeom>
          <a:solidFill>
            <a:srgbClr val="FFE08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1800">
                <a:solidFill>
                  <a:srgbClr val="111111"/>
                </a:solidFill>
                <a:latin typeface="Arial"/>
              </a:rPr>
              <a:t>Slide 24 bottom edge marker</a:t>
            </a:r>
            <a:endParaRPr lang="en-US"/>
          </a:p>
        </p:txBody>
      </p:sp>
      <p:sp>
        <p:nvSpPr>
          <p:cNvPr id="10" name="Shape 10"/>
          <p:cNvSpPr txBox="1"/>
          <p:nvPr/>
        </p:nvSpPr>
        <p:spPr>
          <a:xfrm rot="900000">
            <a:off x="3657599" y="4594860"/>
            <a:ext cx="4876799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1500">
                <a:solidFill>
                  <a:srgbClr val="111111"/>
                </a:solidFill>
                <a:latin typeface="Arial"/>
              </a:rPr>
              <a:t>Rotated label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