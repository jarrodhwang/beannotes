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page marker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BeanNotes slide import fixture. Each slide must become a note page.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 page marker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BeanNotes slide import fixture. Each slide must become a note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page marker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BeanNotes slide import fixture. Each slide must become a note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