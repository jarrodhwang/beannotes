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9144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274320" y="274320"/>
            <a:ext cx="63093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First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411480" y="2560320"/>
            <a:ext cx="29489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771900" y="2560320"/>
            <a:ext cx="2606040" cy="32004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6686550" y="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891540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6686550" y="891540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274320" y="7498080"/>
            <a:ext cx="6309360" cy="109728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First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2057400" y="612648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274320" y="274320"/>
            <a:ext cx="63093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Middle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411480" y="2560320"/>
            <a:ext cx="29489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771900" y="2560320"/>
            <a:ext cx="2606040" cy="32004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6686550" y="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891540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6686550" y="891540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274320" y="7498080"/>
            <a:ext cx="6309360" cy="109728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Middle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2057400" y="612648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274320" y="274320"/>
            <a:ext cx="63093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Final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411480" y="2560320"/>
            <a:ext cx="29489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771900" y="2560320"/>
            <a:ext cx="2606040" cy="32004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6686550" y="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891540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6686550" y="8915400"/>
            <a:ext cx="17145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274320" y="7498080"/>
            <a:ext cx="6309360" cy="109728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Final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2057400" y="612648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